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6" r:id="rId1"/>
  </p:sldMasterIdLst>
  <p:notesMasterIdLst>
    <p:notesMasterId r:id="rId29"/>
  </p:notesMasterIdLst>
  <p:sldIdLst>
    <p:sldId id="403" r:id="rId2"/>
    <p:sldId id="579" r:id="rId3"/>
    <p:sldId id="991" r:id="rId4"/>
    <p:sldId id="1070" r:id="rId5"/>
    <p:sldId id="404" r:id="rId6"/>
    <p:sldId id="987" r:id="rId7"/>
    <p:sldId id="996" r:id="rId8"/>
    <p:sldId id="997" r:id="rId9"/>
    <p:sldId id="409" r:id="rId10"/>
    <p:sldId id="410" r:id="rId11"/>
    <p:sldId id="411" r:id="rId12"/>
    <p:sldId id="1005" r:id="rId13"/>
    <p:sldId id="1006" r:id="rId14"/>
    <p:sldId id="1010" r:id="rId15"/>
    <p:sldId id="1016" r:id="rId16"/>
    <p:sldId id="1017" r:id="rId17"/>
    <p:sldId id="427" r:id="rId18"/>
    <p:sldId id="435" r:id="rId19"/>
    <p:sldId id="428" r:id="rId20"/>
    <p:sldId id="429" r:id="rId21"/>
    <p:sldId id="1024" r:id="rId22"/>
    <p:sldId id="1025" r:id="rId23"/>
    <p:sldId id="1026" r:id="rId24"/>
    <p:sldId id="1071" r:id="rId25"/>
    <p:sldId id="1072" r:id="rId26"/>
    <p:sldId id="487" r:id="rId27"/>
    <p:sldId id="1069" r:id="rId2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D4E2E5"/>
    <a:srgbClr val="34ACB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14" autoAdjust="0"/>
    <p:restoredTop sz="86722" autoAdjust="0"/>
  </p:normalViewPr>
  <p:slideViewPr>
    <p:cSldViewPr snapToGrid="0">
      <p:cViewPr varScale="1">
        <p:scale>
          <a:sx n="99" d="100"/>
          <a:sy n="99" d="100"/>
        </p:scale>
        <p:origin x="1032"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30E76F-B0B7-4B7D-99A2-1AE4E5003A85}" type="datetimeFigureOut">
              <a:rPr lang="zh-CN" altLang="en-US" smtClean="0"/>
              <a:t>2023/12/13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4ACED3-A290-4E4D-B94F-B458FF2BD3D8}" type="slidenum">
              <a:rPr lang="zh-CN" altLang="en-US" smtClean="0"/>
              <a:t>‹#›</a:t>
            </a:fld>
            <a:endParaRPr lang="zh-CN" altLang="en-US"/>
          </a:p>
        </p:txBody>
      </p:sp>
    </p:spTree>
    <p:extLst>
      <p:ext uri="{BB962C8B-B14F-4D97-AF65-F5344CB8AC3E}">
        <p14:creationId xmlns:p14="http://schemas.microsoft.com/office/powerpoint/2010/main" val="14280786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499508" y="4377645"/>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2CA9B98F-A32D-449F-A16D-8074457670E9}" type="datetime1">
              <a:rPr lang="zh-CN" altLang="en-US" smtClean="0"/>
              <a:t>2023/12/13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C9E101-E51D-431E-84FA-C029B8655B60}" type="slidenum">
              <a:rPr lang="zh-CN" altLang="en-US" smtClean="0"/>
              <a:t>‹#›</a:t>
            </a:fld>
            <a:endParaRPr lang="zh-CN" altLang="en-US"/>
          </a:p>
        </p:txBody>
      </p:sp>
      <p:sp>
        <p:nvSpPr>
          <p:cNvPr id="7" name="矩形 6">
            <a:extLst>
              <a:ext uri="{FF2B5EF4-FFF2-40B4-BE49-F238E27FC236}">
                <a16:creationId xmlns:a16="http://schemas.microsoft.com/office/drawing/2014/main" id="{2B68CA98-A398-4530-9020-4D4DB6439D6A}"/>
              </a:ext>
            </a:extLst>
          </p:cNvPr>
          <p:cNvSpPr/>
          <p:nvPr/>
        </p:nvSpPr>
        <p:spPr>
          <a:xfrm>
            <a:off x="0" y="1724896"/>
            <a:ext cx="12192000" cy="21382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8" name="组合 7">
            <a:extLst>
              <a:ext uri="{FF2B5EF4-FFF2-40B4-BE49-F238E27FC236}">
                <a16:creationId xmlns:a16="http://schemas.microsoft.com/office/drawing/2014/main" id="{9AFCF4C2-E096-4262-8ECB-78D0989EDE7A}"/>
              </a:ext>
            </a:extLst>
          </p:cNvPr>
          <p:cNvGrpSpPr/>
          <p:nvPr/>
        </p:nvGrpSpPr>
        <p:grpSpPr>
          <a:xfrm>
            <a:off x="4688155" y="5875923"/>
            <a:ext cx="342764" cy="342764"/>
            <a:chOff x="4688155" y="5875923"/>
            <a:chExt cx="342764" cy="342764"/>
          </a:xfrm>
        </p:grpSpPr>
        <p:sp>
          <p:nvSpPr>
            <p:cNvPr id="9" name="椭圆 8">
              <a:extLst>
                <a:ext uri="{FF2B5EF4-FFF2-40B4-BE49-F238E27FC236}">
                  <a16:creationId xmlns:a16="http://schemas.microsoft.com/office/drawing/2014/main" id="{CF0BDC3B-A6A3-45D0-B9DB-DF2D639EE734}"/>
                </a:ext>
              </a:extLst>
            </p:cNvPr>
            <p:cNvSpPr/>
            <p:nvPr/>
          </p:nvSpPr>
          <p:spPr>
            <a:xfrm>
              <a:off x="4688155" y="5875923"/>
              <a:ext cx="342764" cy="342764"/>
            </a:xfrm>
            <a:prstGeom prst="ellipse">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10" name="组合 9">
              <a:extLst>
                <a:ext uri="{FF2B5EF4-FFF2-40B4-BE49-F238E27FC236}">
                  <a16:creationId xmlns:a16="http://schemas.microsoft.com/office/drawing/2014/main" id="{C57D6A93-2E21-4CEE-8B0C-82D273459889}"/>
                </a:ext>
              </a:extLst>
            </p:cNvPr>
            <p:cNvGrpSpPr/>
            <p:nvPr/>
          </p:nvGrpSpPr>
          <p:grpSpPr>
            <a:xfrm>
              <a:off x="4763028" y="5947390"/>
              <a:ext cx="193018" cy="199830"/>
              <a:chOff x="5753100" y="3041650"/>
              <a:chExt cx="682626" cy="771526"/>
            </a:xfrm>
            <a:solidFill>
              <a:schemeClr val="accent1"/>
            </a:solidFill>
          </p:grpSpPr>
          <p:sp>
            <p:nvSpPr>
              <p:cNvPr id="11" name="Oval 202">
                <a:extLst>
                  <a:ext uri="{FF2B5EF4-FFF2-40B4-BE49-F238E27FC236}">
                    <a16:creationId xmlns:a16="http://schemas.microsoft.com/office/drawing/2014/main" id="{2F0A091A-AD4E-45CF-AFEB-14261F9539CF}"/>
                  </a:ext>
                </a:extLst>
              </p:cNvPr>
              <p:cNvSpPr>
                <a:spLocks noChangeArrowheads="1"/>
              </p:cNvSpPr>
              <p:nvPr/>
            </p:nvSpPr>
            <p:spPr bwMode="auto">
              <a:xfrm>
                <a:off x="5908675" y="3041650"/>
                <a:ext cx="119063" cy="14763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12" name="Freeform 203">
                <a:extLst>
                  <a:ext uri="{FF2B5EF4-FFF2-40B4-BE49-F238E27FC236}">
                    <a16:creationId xmlns:a16="http://schemas.microsoft.com/office/drawing/2014/main" id="{D6D7EDDD-D438-4D26-8D11-489580AAB1B0}"/>
                  </a:ext>
                </a:extLst>
              </p:cNvPr>
              <p:cNvSpPr/>
              <p:nvPr/>
            </p:nvSpPr>
            <p:spPr bwMode="auto">
              <a:xfrm>
                <a:off x="6103938" y="3413125"/>
                <a:ext cx="46038" cy="84138"/>
              </a:xfrm>
              <a:custGeom>
                <a:avLst/>
                <a:gdLst>
                  <a:gd name="T0" fmla="*/ 2 w 12"/>
                  <a:gd name="T1" fmla="*/ 22 h 22"/>
                  <a:gd name="T2" fmla="*/ 10 w 12"/>
                  <a:gd name="T3" fmla="*/ 22 h 22"/>
                  <a:gd name="T4" fmla="*/ 12 w 12"/>
                  <a:gd name="T5" fmla="*/ 20 h 22"/>
                  <a:gd name="T6" fmla="*/ 12 w 12"/>
                  <a:gd name="T7" fmla="*/ 2 h 22"/>
                  <a:gd name="T8" fmla="*/ 10 w 12"/>
                  <a:gd name="T9" fmla="*/ 0 h 22"/>
                  <a:gd name="T10" fmla="*/ 2 w 12"/>
                  <a:gd name="T11" fmla="*/ 0 h 22"/>
                  <a:gd name="T12" fmla="*/ 0 w 12"/>
                  <a:gd name="T13" fmla="*/ 2 h 22"/>
                  <a:gd name="T14" fmla="*/ 0 w 12"/>
                  <a:gd name="T15" fmla="*/ 20 h 22"/>
                  <a:gd name="T16" fmla="*/ 2 w 12"/>
                  <a:gd name="T17"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22">
                    <a:moveTo>
                      <a:pt x="2" y="22"/>
                    </a:moveTo>
                    <a:cubicBezTo>
                      <a:pt x="10" y="22"/>
                      <a:pt x="10" y="22"/>
                      <a:pt x="10" y="22"/>
                    </a:cubicBezTo>
                    <a:cubicBezTo>
                      <a:pt x="11" y="22"/>
                      <a:pt x="12" y="21"/>
                      <a:pt x="12" y="20"/>
                    </a:cubicBezTo>
                    <a:cubicBezTo>
                      <a:pt x="12" y="2"/>
                      <a:pt x="12" y="2"/>
                      <a:pt x="12" y="2"/>
                    </a:cubicBezTo>
                    <a:cubicBezTo>
                      <a:pt x="12" y="1"/>
                      <a:pt x="11" y="0"/>
                      <a:pt x="10" y="0"/>
                    </a:cubicBezTo>
                    <a:cubicBezTo>
                      <a:pt x="2" y="0"/>
                      <a:pt x="2" y="0"/>
                      <a:pt x="2" y="0"/>
                    </a:cubicBezTo>
                    <a:cubicBezTo>
                      <a:pt x="1" y="0"/>
                      <a:pt x="0" y="1"/>
                      <a:pt x="0" y="2"/>
                    </a:cubicBezTo>
                    <a:cubicBezTo>
                      <a:pt x="0" y="20"/>
                      <a:pt x="0" y="20"/>
                      <a:pt x="0" y="20"/>
                    </a:cubicBezTo>
                    <a:cubicBezTo>
                      <a:pt x="0" y="21"/>
                      <a:pt x="1" y="22"/>
                      <a:pt x="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13" name="Freeform 204">
                <a:extLst>
                  <a:ext uri="{FF2B5EF4-FFF2-40B4-BE49-F238E27FC236}">
                    <a16:creationId xmlns:a16="http://schemas.microsoft.com/office/drawing/2014/main" id="{63ABB64B-5B7B-41F3-908D-85AF1C674D97}"/>
                  </a:ext>
                </a:extLst>
              </p:cNvPr>
              <p:cNvSpPr/>
              <p:nvPr/>
            </p:nvSpPr>
            <p:spPr bwMode="auto">
              <a:xfrm>
                <a:off x="6313488" y="3413125"/>
                <a:ext cx="46038" cy="84138"/>
              </a:xfrm>
              <a:custGeom>
                <a:avLst/>
                <a:gdLst>
                  <a:gd name="T0" fmla="*/ 3 w 12"/>
                  <a:gd name="T1" fmla="*/ 22 h 22"/>
                  <a:gd name="T2" fmla="*/ 10 w 12"/>
                  <a:gd name="T3" fmla="*/ 22 h 22"/>
                  <a:gd name="T4" fmla="*/ 12 w 12"/>
                  <a:gd name="T5" fmla="*/ 20 h 22"/>
                  <a:gd name="T6" fmla="*/ 12 w 12"/>
                  <a:gd name="T7" fmla="*/ 2 h 22"/>
                  <a:gd name="T8" fmla="*/ 10 w 12"/>
                  <a:gd name="T9" fmla="*/ 0 h 22"/>
                  <a:gd name="T10" fmla="*/ 3 w 12"/>
                  <a:gd name="T11" fmla="*/ 0 h 22"/>
                  <a:gd name="T12" fmla="*/ 0 w 12"/>
                  <a:gd name="T13" fmla="*/ 2 h 22"/>
                  <a:gd name="T14" fmla="*/ 0 w 12"/>
                  <a:gd name="T15" fmla="*/ 20 h 22"/>
                  <a:gd name="T16" fmla="*/ 3 w 12"/>
                  <a:gd name="T17"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22">
                    <a:moveTo>
                      <a:pt x="3" y="22"/>
                    </a:moveTo>
                    <a:cubicBezTo>
                      <a:pt x="10" y="22"/>
                      <a:pt x="10" y="22"/>
                      <a:pt x="10" y="22"/>
                    </a:cubicBezTo>
                    <a:cubicBezTo>
                      <a:pt x="12" y="22"/>
                      <a:pt x="12" y="21"/>
                      <a:pt x="12" y="20"/>
                    </a:cubicBezTo>
                    <a:cubicBezTo>
                      <a:pt x="12" y="2"/>
                      <a:pt x="12" y="2"/>
                      <a:pt x="12" y="2"/>
                    </a:cubicBezTo>
                    <a:cubicBezTo>
                      <a:pt x="12" y="1"/>
                      <a:pt x="12" y="0"/>
                      <a:pt x="10" y="0"/>
                    </a:cubicBezTo>
                    <a:cubicBezTo>
                      <a:pt x="3" y="0"/>
                      <a:pt x="3" y="0"/>
                      <a:pt x="3" y="0"/>
                    </a:cubicBezTo>
                    <a:cubicBezTo>
                      <a:pt x="1" y="0"/>
                      <a:pt x="0" y="1"/>
                      <a:pt x="0" y="2"/>
                    </a:cubicBezTo>
                    <a:cubicBezTo>
                      <a:pt x="0" y="20"/>
                      <a:pt x="0" y="20"/>
                      <a:pt x="0" y="20"/>
                    </a:cubicBezTo>
                    <a:cubicBezTo>
                      <a:pt x="0" y="21"/>
                      <a:pt x="1" y="22"/>
                      <a:pt x="3"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14" name="Freeform 205">
                <a:extLst>
                  <a:ext uri="{FF2B5EF4-FFF2-40B4-BE49-F238E27FC236}">
                    <a16:creationId xmlns:a16="http://schemas.microsoft.com/office/drawing/2014/main" id="{0DC5A647-E6DF-4675-9E56-B3AFBA405D95}"/>
                  </a:ext>
                </a:extLst>
              </p:cNvPr>
              <p:cNvSpPr>
                <a:spLocks noEditPoints="1"/>
              </p:cNvSpPr>
              <p:nvPr/>
            </p:nvSpPr>
            <p:spPr bwMode="auto">
              <a:xfrm>
                <a:off x="6030913" y="3444875"/>
                <a:ext cx="404813" cy="360363"/>
              </a:xfrm>
              <a:custGeom>
                <a:avLst/>
                <a:gdLst>
                  <a:gd name="T0" fmla="*/ 94 w 106"/>
                  <a:gd name="T1" fmla="*/ 0 h 95"/>
                  <a:gd name="T2" fmla="*/ 91 w 106"/>
                  <a:gd name="T3" fmla="*/ 0 h 95"/>
                  <a:gd name="T4" fmla="*/ 91 w 106"/>
                  <a:gd name="T5" fmla="*/ 12 h 95"/>
                  <a:gd name="T6" fmla="*/ 84 w 106"/>
                  <a:gd name="T7" fmla="*/ 18 h 95"/>
                  <a:gd name="T8" fmla="*/ 77 w 106"/>
                  <a:gd name="T9" fmla="*/ 18 h 95"/>
                  <a:gd name="T10" fmla="*/ 70 w 106"/>
                  <a:gd name="T11" fmla="*/ 12 h 95"/>
                  <a:gd name="T12" fmla="*/ 70 w 106"/>
                  <a:gd name="T13" fmla="*/ 0 h 95"/>
                  <a:gd name="T14" fmla="*/ 36 w 106"/>
                  <a:gd name="T15" fmla="*/ 0 h 95"/>
                  <a:gd name="T16" fmla="*/ 36 w 106"/>
                  <a:gd name="T17" fmla="*/ 12 h 95"/>
                  <a:gd name="T18" fmla="*/ 29 w 106"/>
                  <a:gd name="T19" fmla="*/ 18 h 95"/>
                  <a:gd name="T20" fmla="*/ 21 w 106"/>
                  <a:gd name="T21" fmla="*/ 18 h 95"/>
                  <a:gd name="T22" fmla="*/ 15 w 106"/>
                  <a:gd name="T23" fmla="*/ 12 h 95"/>
                  <a:gd name="T24" fmla="*/ 15 w 106"/>
                  <a:gd name="T25" fmla="*/ 0 h 95"/>
                  <a:gd name="T26" fmla="*/ 12 w 106"/>
                  <a:gd name="T27" fmla="*/ 0 h 95"/>
                  <a:gd name="T28" fmla="*/ 0 w 106"/>
                  <a:gd name="T29" fmla="*/ 13 h 95"/>
                  <a:gd name="T30" fmla="*/ 0 w 106"/>
                  <a:gd name="T31" fmla="*/ 36 h 95"/>
                  <a:gd name="T32" fmla="*/ 0 w 106"/>
                  <a:gd name="T33" fmla="*/ 83 h 95"/>
                  <a:gd name="T34" fmla="*/ 12 w 106"/>
                  <a:gd name="T35" fmla="*/ 95 h 95"/>
                  <a:gd name="T36" fmla="*/ 94 w 106"/>
                  <a:gd name="T37" fmla="*/ 95 h 95"/>
                  <a:gd name="T38" fmla="*/ 106 w 106"/>
                  <a:gd name="T39" fmla="*/ 83 h 95"/>
                  <a:gd name="T40" fmla="*/ 106 w 106"/>
                  <a:gd name="T41" fmla="*/ 36 h 95"/>
                  <a:gd name="T42" fmla="*/ 106 w 106"/>
                  <a:gd name="T43" fmla="*/ 13 h 95"/>
                  <a:gd name="T44" fmla="*/ 94 w 106"/>
                  <a:gd name="T45" fmla="*/ 0 h 95"/>
                  <a:gd name="T46" fmla="*/ 98 w 106"/>
                  <a:gd name="T47" fmla="*/ 83 h 95"/>
                  <a:gd name="T48" fmla="*/ 94 w 106"/>
                  <a:gd name="T49" fmla="*/ 88 h 95"/>
                  <a:gd name="T50" fmla="*/ 12 w 106"/>
                  <a:gd name="T51" fmla="*/ 88 h 95"/>
                  <a:gd name="T52" fmla="*/ 8 w 106"/>
                  <a:gd name="T53" fmla="*/ 83 h 95"/>
                  <a:gd name="T54" fmla="*/ 8 w 106"/>
                  <a:gd name="T55" fmla="*/ 36 h 95"/>
                  <a:gd name="T56" fmla="*/ 98 w 106"/>
                  <a:gd name="T57" fmla="*/ 36 h 95"/>
                  <a:gd name="T58" fmla="*/ 98 w 106"/>
                  <a:gd name="T59" fmla="*/ 83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6" h="95">
                    <a:moveTo>
                      <a:pt x="94" y="0"/>
                    </a:moveTo>
                    <a:cubicBezTo>
                      <a:pt x="91" y="0"/>
                      <a:pt x="91" y="0"/>
                      <a:pt x="91" y="0"/>
                    </a:cubicBezTo>
                    <a:cubicBezTo>
                      <a:pt x="91" y="12"/>
                      <a:pt x="91" y="12"/>
                      <a:pt x="91" y="12"/>
                    </a:cubicBezTo>
                    <a:cubicBezTo>
                      <a:pt x="91" y="15"/>
                      <a:pt x="88" y="18"/>
                      <a:pt x="84" y="18"/>
                    </a:cubicBezTo>
                    <a:cubicBezTo>
                      <a:pt x="77" y="18"/>
                      <a:pt x="77" y="18"/>
                      <a:pt x="77" y="18"/>
                    </a:cubicBezTo>
                    <a:cubicBezTo>
                      <a:pt x="73" y="18"/>
                      <a:pt x="70" y="15"/>
                      <a:pt x="70" y="12"/>
                    </a:cubicBezTo>
                    <a:cubicBezTo>
                      <a:pt x="70" y="0"/>
                      <a:pt x="70" y="0"/>
                      <a:pt x="70" y="0"/>
                    </a:cubicBezTo>
                    <a:cubicBezTo>
                      <a:pt x="36" y="0"/>
                      <a:pt x="36" y="0"/>
                      <a:pt x="36" y="0"/>
                    </a:cubicBezTo>
                    <a:cubicBezTo>
                      <a:pt x="36" y="12"/>
                      <a:pt x="36" y="12"/>
                      <a:pt x="36" y="12"/>
                    </a:cubicBezTo>
                    <a:cubicBezTo>
                      <a:pt x="36" y="15"/>
                      <a:pt x="33" y="18"/>
                      <a:pt x="29" y="18"/>
                    </a:cubicBezTo>
                    <a:cubicBezTo>
                      <a:pt x="21" y="18"/>
                      <a:pt x="21" y="18"/>
                      <a:pt x="21" y="18"/>
                    </a:cubicBezTo>
                    <a:cubicBezTo>
                      <a:pt x="18" y="18"/>
                      <a:pt x="15" y="15"/>
                      <a:pt x="15" y="12"/>
                    </a:cubicBezTo>
                    <a:cubicBezTo>
                      <a:pt x="15" y="0"/>
                      <a:pt x="15" y="0"/>
                      <a:pt x="15" y="0"/>
                    </a:cubicBezTo>
                    <a:cubicBezTo>
                      <a:pt x="12" y="0"/>
                      <a:pt x="12" y="0"/>
                      <a:pt x="12" y="0"/>
                    </a:cubicBezTo>
                    <a:cubicBezTo>
                      <a:pt x="5" y="0"/>
                      <a:pt x="0" y="6"/>
                      <a:pt x="0" y="13"/>
                    </a:cubicBezTo>
                    <a:cubicBezTo>
                      <a:pt x="0" y="36"/>
                      <a:pt x="0" y="36"/>
                      <a:pt x="0" y="36"/>
                    </a:cubicBezTo>
                    <a:cubicBezTo>
                      <a:pt x="0" y="83"/>
                      <a:pt x="0" y="83"/>
                      <a:pt x="0" y="83"/>
                    </a:cubicBezTo>
                    <a:cubicBezTo>
                      <a:pt x="0" y="90"/>
                      <a:pt x="5" y="95"/>
                      <a:pt x="12" y="95"/>
                    </a:cubicBezTo>
                    <a:cubicBezTo>
                      <a:pt x="94" y="95"/>
                      <a:pt x="94" y="95"/>
                      <a:pt x="94" y="95"/>
                    </a:cubicBezTo>
                    <a:cubicBezTo>
                      <a:pt x="100" y="95"/>
                      <a:pt x="106" y="90"/>
                      <a:pt x="106" y="83"/>
                    </a:cubicBezTo>
                    <a:cubicBezTo>
                      <a:pt x="106" y="36"/>
                      <a:pt x="106" y="36"/>
                      <a:pt x="106" y="36"/>
                    </a:cubicBezTo>
                    <a:cubicBezTo>
                      <a:pt x="106" y="13"/>
                      <a:pt x="106" y="13"/>
                      <a:pt x="106" y="13"/>
                    </a:cubicBezTo>
                    <a:cubicBezTo>
                      <a:pt x="106" y="6"/>
                      <a:pt x="100" y="0"/>
                      <a:pt x="94" y="0"/>
                    </a:cubicBezTo>
                    <a:close/>
                    <a:moveTo>
                      <a:pt x="98" y="83"/>
                    </a:moveTo>
                    <a:cubicBezTo>
                      <a:pt x="98" y="86"/>
                      <a:pt x="96" y="88"/>
                      <a:pt x="94" y="88"/>
                    </a:cubicBezTo>
                    <a:cubicBezTo>
                      <a:pt x="12" y="88"/>
                      <a:pt x="12" y="88"/>
                      <a:pt x="12" y="88"/>
                    </a:cubicBezTo>
                    <a:cubicBezTo>
                      <a:pt x="10" y="88"/>
                      <a:pt x="8" y="86"/>
                      <a:pt x="8" y="83"/>
                    </a:cubicBezTo>
                    <a:cubicBezTo>
                      <a:pt x="8" y="36"/>
                      <a:pt x="8" y="36"/>
                      <a:pt x="8" y="36"/>
                    </a:cubicBezTo>
                    <a:cubicBezTo>
                      <a:pt x="98" y="36"/>
                      <a:pt x="98" y="36"/>
                      <a:pt x="98" y="36"/>
                    </a:cubicBezTo>
                    <a:lnTo>
                      <a:pt x="98" y="8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15" name="Rectangle 206">
                <a:extLst>
                  <a:ext uri="{FF2B5EF4-FFF2-40B4-BE49-F238E27FC236}">
                    <a16:creationId xmlns:a16="http://schemas.microsoft.com/office/drawing/2014/main" id="{D0010BBB-DFB9-4175-A76B-C3B2B09AB3A1}"/>
                  </a:ext>
                </a:extLst>
              </p:cNvPr>
              <p:cNvSpPr>
                <a:spLocks noChangeArrowheads="1"/>
              </p:cNvSpPr>
              <p:nvPr/>
            </p:nvSpPr>
            <p:spPr bwMode="auto">
              <a:xfrm>
                <a:off x="6084888" y="3611563"/>
                <a:ext cx="79375" cy="301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16" name="Rectangle 207">
                <a:extLst>
                  <a:ext uri="{FF2B5EF4-FFF2-40B4-BE49-F238E27FC236}">
                    <a16:creationId xmlns:a16="http://schemas.microsoft.com/office/drawing/2014/main" id="{AB3A1A45-8B07-40C8-B06D-85B240A9F309}"/>
                  </a:ext>
                </a:extLst>
              </p:cNvPr>
              <p:cNvSpPr>
                <a:spLocks noChangeArrowheads="1"/>
              </p:cNvSpPr>
              <p:nvPr/>
            </p:nvSpPr>
            <p:spPr bwMode="auto">
              <a:xfrm>
                <a:off x="6191250" y="3611563"/>
                <a:ext cx="79375" cy="301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17" name="Rectangle 208">
                <a:extLst>
                  <a:ext uri="{FF2B5EF4-FFF2-40B4-BE49-F238E27FC236}">
                    <a16:creationId xmlns:a16="http://schemas.microsoft.com/office/drawing/2014/main" id="{50D6D5DE-227B-4BD8-8872-55F14BF1F98A}"/>
                  </a:ext>
                </a:extLst>
              </p:cNvPr>
              <p:cNvSpPr>
                <a:spLocks noChangeArrowheads="1"/>
              </p:cNvSpPr>
              <p:nvPr/>
            </p:nvSpPr>
            <p:spPr bwMode="auto">
              <a:xfrm>
                <a:off x="6294438" y="3611563"/>
                <a:ext cx="79375" cy="301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18" name="Rectangle 209">
                <a:extLst>
                  <a:ext uri="{FF2B5EF4-FFF2-40B4-BE49-F238E27FC236}">
                    <a16:creationId xmlns:a16="http://schemas.microsoft.com/office/drawing/2014/main" id="{2129D8C0-5574-4981-A473-54A4DA5BBC51}"/>
                  </a:ext>
                </a:extLst>
              </p:cNvPr>
              <p:cNvSpPr>
                <a:spLocks noChangeArrowheads="1"/>
              </p:cNvSpPr>
              <p:nvPr/>
            </p:nvSpPr>
            <p:spPr bwMode="auto">
              <a:xfrm>
                <a:off x="6084888" y="3663950"/>
                <a:ext cx="79375" cy="269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19" name="Rectangle 210">
                <a:extLst>
                  <a:ext uri="{FF2B5EF4-FFF2-40B4-BE49-F238E27FC236}">
                    <a16:creationId xmlns:a16="http://schemas.microsoft.com/office/drawing/2014/main" id="{42C482E4-5992-4F76-A4FC-FAEA3959B45C}"/>
                  </a:ext>
                </a:extLst>
              </p:cNvPr>
              <p:cNvSpPr>
                <a:spLocks noChangeArrowheads="1"/>
              </p:cNvSpPr>
              <p:nvPr/>
            </p:nvSpPr>
            <p:spPr bwMode="auto">
              <a:xfrm>
                <a:off x="6191250" y="3663950"/>
                <a:ext cx="79375" cy="269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20" name="Rectangle 211">
                <a:extLst>
                  <a:ext uri="{FF2B5EF4-FFF2-40B4-BE49-F238E27FC236}">
                    <a16:creationId xmlns:a16="http://schemas.microsoft.com/office/drawing/2014/main" id="{608FABB8-F614-48FA-B8BA-76252847C955}"/>
                  </a:ext>
                </a:extLst>
              </p:cNvPr>
              <p:cNvSpPr>
                <a:spLocks noChangeArrowheads="1"/>
              </p:cNvSpPr>
              <p:nvPr/>
            </p:nvSpPr>
            <p:spPr bwMode="auto">
              <a:xfrm>
                <a:off x="6294438" y="3663950"/>
                <a:ext cx="79375" cy="269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21" name="Rectangle 212">
                <a:extLst>
                  <a:ext uri="{FF2B5EF4-FFF2-40B4-BE49-F238E27FC236}">
                    <a16:creationId xmlns:a16="http://schemas.microsoft.com/office/drawing/2014/main" id="{BE49BF88-4A04-43E2-8944-E6471A990D7B}"/>
                  </a:ext>
                </a:extLst>
              </p:cNvPr>
              <p:cNvSpPr>
                <a:spLocks noChangeArrowheads="1"/>
              </p:cNvSpPr>
              <p:nvPr/>
            </p:nvSpPr>
            <p:spPr bwMode="auto">
              <a:xfrm>
                <a:off x="6084888" y="3713163"/>
                <a:ext cx="79375" cy="269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22" name="Rectangle 213">
                <a:extLst>
                  <a:ext uri="{FF2B5EF4-FFF2-40B4-BE49-F238E27FC236}">
                    <a16:creationId xmlns:a16="http://schemas.microsoft.com/office/drawing/2014/main" id="{1F29B5A7-F2A1-4F35-A35C-004039DDA113}"/>
                  </a:ext>
                </a:extLst>
              </p:cNvPr>
              <p:cNvSpPr>
                <a:spLocks noChangeArrowheads="1"/>
              </p:cNvSpPr>
              <p:nvPr/>
            </p:nvSpPr>
            <p:spPr bwMode="auto">
              <a:xfrm>
                <a:off x="6191250" y="3713163"/>
                <a:ext cx="79375" cy="269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23" name="Rectangle 214">
                <a:extLst>
                  <a:ext uri="{FF2B5EF4-FFF2-40B4-BE49-F238E27FC236}">
                    <a16:creationId xmlns:a16="http://schemas.microsoft.com/office/drawing/2014/main" id="{7A1C70A7-03A0-4142-914C-A675EEB0F1BA}"/>
                  </a:ext>
                </a:extLst>
              </p:cNvPr>
              <p:cNvSpPr>
                <a:spLocks noChangeArrowheads="1"/>
              </p:cNvSpPr>
              <p:nvPr/>
            </p:nvSpPr>
            <p:spPr bwMode="auto">
              <a:xfrm>
                <a:off x="6294438" y="3713163"/>
                <a:ext cx="79375" cy="269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24" name="Rectangle 215">
                <a:extLst>
                  <a:ext uri="{FF2B5EF4-FFF2-40B4-BE49-F238E27FC236}">
                    <a16:creationId xmlns:a16="http://schemas.microsoft.com/office/drawing/2014/main" id="{95C51AC2-93C4-4847-869B-B822FA435768}"/>
                  </a:ext>
                </a:extLst>
              </p:cNvPr>
              <p:cNvSpPr>
                <a:spLocks noChangeArrowheads="1"/>
              </p:cNvSpPr>
              <p:nvPr/>
            </p:nvSpPr>
            <p:spPr bwMode="auto">
              <a:xfrm>
                <a:off x="5965825" y="3398838"/>
                <a:ext cx="1588"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25" name="Freeform 216">
                <a:extLst>
                  <a:ext uri="{FF2B5EF4-FFF2-40B4-BE49-F238E27FC236}">
                    <a16:creationId xmlns:a16="http://schemas.microsoft.com/office/drawing/2014/main" id="{E4FB0AFD-8DFA-47AF-A756-6E3640B92A98}"/>
                  </a:ext>
                </a:extLst>
              </p:cNvPr>
              <p:cNvSpPr>
                <a:spLocks noEditPoints="1"/>
              </p:cNvSpPr>
              <p:nvPr/>
            </p:nvSpPr>
            <p:spPr bwMode="auto">
              <a:xfrm>
                <a:off x="5753100" y="3208338"/>
                <a:ext cx="427038" cy="604838"/>
              </a:xfrm>
              <a:custGeom>
                <a:avLst/>
                <a:gdLst>
                  <a:gd name="T0" fmla="*/ 111 w 112"/>
                  <a:gd name="T1" fmla="*/ 23 h 159"/>
                  <a:gd name="T2" fmla="*/ 106 w 112"/>
                  <a:gd name="T3" fmla="*/ 19 h 159"/>
                  <a:gd name="T4" fmla="*/ 83 w 112"/>
                  <a:gd name="T5" fmla="*/ 2 h 159"/>
                  <a:gd name="T6" fmla="*/ 77 w 112"/>
                  <a:gd name="T7" fmla="*/ 0 h 159"/>
                  <a:gd name="T8" fmla="*/ 70 w 112"/>
                  <a:gd name="T9" fmla="*/ 0 h 159"/>
                  <a:gd name="T10" fmla="*/ 68 w 112"/>
                  <a:gd name="T11" fmla="*/ 10 h 159"/>
                  <a:gd name="T12" fmla="*/ 56 w 112"/>
                  <a:gd name="T13" fmla="*/ 50 h 159"/>
                  <a:gd name="T14" fmla="*/ 56 w 112"/>
                  <a:gd name="T15" fmla="*/ 51 h 159"/>
                  <a:gd name="T16" fmla="*/ 56 w 112"/>
                  <a:gd name="T17" fmla="*/ 50 h 159"/>
                  <a:gd name="T18" fmla="*/ 45 w 112"/>
                  <a:gd name="T19" fmla="*/ 10 h 159"/>
                  <a:gd name="T20" fmla="*/ 43 w 112"/>
                  <a:gd name="T21" fmla="*/ 0 h 159"/>
                  <a:gd name="T22" fmla="*/ 35 w 112"/>
                  <a:gd name="T23" fmla="*/ 0 h 159"/>
                  <a:gd name="T24" fmla="*/ 28 w 112"/>
                  <a:gd name="T25" fmla="*/ 4 h 159"/>
                  <a:gd name="T26" fmla="*/ 0 w 112"/>
                  <a:gd name="T27" fmla="*/ 44 h 159"/>
                  <a:gd name="T28" fmla="*/ 0 w 112"/>
                  <a:gd name="T29" fmla="*/ 44 h 159"/>
                  <a:gd name="T30" fmla="*/ 0 w 112"/>
                  <a:gd name="T31" fmla="*/ 45 h 159"/>
                  <a:gd name="T32" fmla="*/ 2 w 112"/>
                  <a:gd name="T33" fmla="*/ 48 h 159"/>
                  <a:gd name="T34" fmla="*/ 9 w 112"/>
                  <a:gd name="T35" fmla="*/ 61 h 159"/>
                  <a:gd name="T36" fmla="*/ 29 w 112"/>
                  <a:gd name="T37" fmla="*/ 72 h 159"/>
                  <a:gd name="T38" fmla="*/ 29 w 112"/>
                  <a:gd name="T39" fmla="*/ 84 h 159"/>
                  <a:gd name="T40" fmla="*/ 34 w 112"/>
                  <a:gd name="T41" fmla="*/ 159 h 159"/>
                  <a:gd name="T42" fmla="*/ 55 w 112"/>
                  <a:gd name="T43" fmla="*/ 84 h 159"/>
                  <a:gd name="T44" fmla="*/ 60 w 112"/>
                  <a:gd name="T45" fmla="*/ 159 h 159"/>
                  <a:gd name="T46" fmla="*/ 67 w 112"/>
                  <a:gd name="T47" fmla="*/ 145 h 159"/>
                  <a:gd name="T48" fmla="*/ 76 w 112"/>
                  <a:gd name="T49" fmla="*/ 59 h 159"/>
                  <a:gd name="T50" fmla="*/ 110 w 112"/>
                  <a:gd name="T51" fmla="*/ 41 h 159"/>
                  <a:gd name="T52" fmla="*/ 112 w 112"/>
                  <a:gd name="T53" fmla="*/ 24 h 159"/>
                  <a:gd name="T54" fmla="*/ 27 w 112"/>
                  <a:gd name="T55" fmla="*/ 51 h 159"/>
                  <a:gd name="T56" fmla="*/ 21 w 112"/>
                  <a:gd name="T57" fmla="*/ 40 h 159"/>
                  <a:gd name="T58" fmla="*/ 30 w 112"/>
                  <a:gd name="T59" fmla="*/ 55 h 159"/>
                  <a:gd name="T60" fmla="*/ 68 w 112"/>
                  <a:gd name="T61" fmla="*/ 39 h 159"/>
                  <a:gd name="T62" fmla="*/ 82 w 112"/>
                  <a:gd name="T63" fmla="*/ 25 h 159"/>
                  <a:gd name="T64" fmla="*/ 88 w 112"/>
                  <a:gd name="T65" fmla="*/ 3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2" h="159">
                    <a:moveTo>
                      <a:pt x="112" y="24"/>
                    </a:moveTo>
                    <a:cubicBezTo>
                      <a:pt x="111" y="23"/>
                      <a:pt x="111" y="23"/>
                      <a:pt x="111" y="23"/>
                    </a:cubicBezTo>
                    <a:cubicBezTo>
                      <a:pt x="110" y="22"/>
                      <a:pt x="110" y="22"/>
                      <a:pt x="110" y="22"/>
                    </a:cubicBezTo>
                    <a:cubicBezTo>
                      <a:pt x="106" y="19"/>
                      <a:pt x="106" y="19"/>
                      <a:pt x="106" y="19"/>
                    </a:cubicBezTo>
                    <a:cubicBezTo>
                      <a:pt x="98" y="13"/>
                      <a:pt x="98" y="13"/>
                      <a:pt x="98" y="13"/>
                    </a:cubicBezTo>
                    <a:cubicBezTo>
                      <a:pt x="83" y="2"/>
                      <a:pt x="83" y="2"/>
                      <a:pt x="83" y="2"/>
                    </a:cubicBezTo>
                    <a:cubicBezTo>
                      <a:pt x="81" y="1"/>
                      <a:pt x="80" y="0"/>
                      <a:pt x="78" y="0"/>
                    </a:cubicBezTo>
                    <a:cubicBezTo>
                      <a:pt x="78" y="0"/>
                      <a:pt x="78" y="0"/>
                      <a:pt x="77" y="0"/>
                    </a:cubicBezTo>
                    <a:cubicBezTo>
                      <a:pt x="75" y="0"/>
                      <a:pt x="72" y="0"/>
                      <a:pt x="70" y="0"/>
                    </a:cubicBezTo>
                    <a:cubicBezTo>
                      <a:pt x="70" y="0"/>
                      <a:pt x="70" y="0"/>
                      <a:pt x="70" y="0"/>
                    </a:cubicBezTo>
                    <a:cubicBezTo>
                      <a:pt x="76" y="5"/>
                      <a:pt x="76" y="5"/>
                      <a:pt x="76" y="5"/>
                    </a:cubicBezTo>
                    <a:cubicBezTo>
                      <a:pt x="68" y="10"/>
                      <a:pt x="68" y="10"/>
                      <a:pt x="68" y="10"/>
                    </a:cubicBezTo>
                    <a:cubicBezTo>
                      <a:pt x="72" y="16"/>
                      <a:pt x="72" y="16"/>
                      <a:pt x="72" y="16"/>
                    </a:cubicBezTo>
                    <a:cubicBezTo>
                      <a:pt x="56" y="50"/>
                      <a:pt x="56" y="50"/>
                      <a:pt x="56" y="50"/>
                    </a:cubicBezTo>
                    <a:cubicBezTo>
                      <a:pt x="57" y="51"/>
                      <a:pt x="57" y="51"/>
                      <a:pt x="57" y="51"/>
                    </a:cubicBezTo>
                    <a:cubicBezTo>
                      <a:pt x="56" y="51"/>
                      <a:pt x="56" y="51"/>
                      <a:pt x="56" y="51"/>
                    </a:cubicBezTo>
                    <a:cubicBezTo>
                      <a:pt x="56" y="51"/>
                      <a:pt x="56" y="51"/>
                      <a:pt x="56" y="51"/>
                    </a:cubicBezTo>
                    <a:cubicBezTo>
                      <a:pt x="56" y="50"/>
                      <a:pt x="56" y="50"/>
                      <a:pt x="56" y="50"/>
                    </a:cubicBezTo>
                    <a:cubicBezTo>
                      <a:pt x="41" y="16"/>
                      <a:pt x="41" y="16"/>
                      <a:pt x="41" y="16"/>
                    </a:cubicBezTo>
                    <a:cubicBezTo>
                      <a:pt x="45" y="10"/>
                      <a:pt x="45" y="10"/>
                      <a:pt x="45" y="10"/>
                    </a:cubicBezTo>
                    <a:cubicBezTo>
                      <a:pt x="36" y="5"/>
                      <a:pt x="36" y="5"/>
                      <a:pt x="36" y="5"/>
                    </a:cubicBezTo>
                    <a:cubicBezTo>
                      <a:pt x="43" y="0"/>
                      <a:pt x="43" y="0"/>
                      <a:pt x="43" y="0"/>
                    </a:cubicBezTo>
                    <a:cubicBezTo>
                      <a:pt x="43" y="0"/>
                      <a:pt x="43" y="0"/>
                      <a:pt x="43" y="0"/>
                    </a:cubicBezTo>
                    <a:cubicBezTo>
                      <a:pt x="41" y="0"/>
                      <a:pt x="38" y="0"/>
                      <a:pt x="35" y="0"/>
                    </a:cubicBezTo>
                    <a:cubicBezTo>
                      <a:pt x="35" y="0"/>
                      <a:pt x="35" y="0"/>
                      <a:pt x="35" y="0"/>
                    </a:cubicBezTo>
                    <a:cubicBezTo>
                      <a:pt x="32" y="1"/>
                      <a:pt x="30" y="2"/>
                      <a:pt x="28" y="4"/>
                    </a:cubicBezTo>
                    <a:cubicBezTo>
                      <a:pt x="1" y="32"/>
                      <a:pt x="1" y="32"/>
                      <a:pt x="1" y="32"/>
                    </a:cubicBezTo>
                    <a:cubicBezTo>
                      <a:pt x="0" y="44"/>
                      <a:pt x="0" y="44"/>
                      <a:pt x="0" y="44"/>
                    </a:cubicBezTo>
                    <a:cubicBezTo>
                      <a:pt x="0" y="44"/>
                      <a:pt x="0" y="44"/>
                      <a:pt x="0" y="44"/>
                    </a:cubicBezTo>
                    <a:cubicBezTo>
                      <a:pt x="0" y="44"/>
                      <a:pt x="0" y="44"/>
                      <a:pt x="0" y="44"/>
                    </a:cubicBezTo>
                    <a:cubicBezTo>
                      <a:pt x="0" y="44"/>
                      <a:pt x="0" y="44"/>
                      <a:pt x="0" y="44"/>
                    </a:cubicBezTo>
                    <a:cubicBezTo>
                      <a:pt x="0" y="45"/>
                      <a:pt x="0" y="45"/>
                      <a:pt x="0" y="45"/>
                    </a:cubicBezTo>
                    <a:cubicBezTo>
                      <a:pt x="1" y="46"/>
                      <a:pt x="1" y="46"/>
                      <a:pt x="1" y="46"/>
                    </a:cubicBezTo>
                    <a:cubicBezTo>
                      <a:pt x="2" y="48"/>
                      <a:pt x="2" y="48"/>
                      <a:pt x="2" y="48"/>
                    </a:cubicBezTo>
                    <a:cubicBezTo>
                      <a:pt x="4" y="52"/>
                      <a:pt x="4" y="52"/>
                      <a:pt x="4" y="52"/>
                    </a:cubicBezTo>
                    <a:cubicBezTo>
                      <a:pt x="9" y="61"/>
                      <a:pt x="9" y="61"/>
                      <a:pt x="9" y="61"/>
                    </a:cubicBezTo>
                    <a:cubicBezTo>
                      <a:pt x="18" y="78"/>
                      <a:pt x="18" y="78"/>
                      <a:pt x="18" y="78"/>
                    </a:cubicBezTo>
                    <a:cubicBezTo>
                      <a:pt x="22" y="76"/>
                      <a:pt x="26" y="74"/>
                      <a:pt x="29" y="72"/>
                    </a:cubicBezTo>
                    <a:cubicBezTo>
                      <a:pt x="29" y="76"/>
                      <a:pt x="29" y="80"/>
                      <a:pt x="29" y="83"/>
                    </a:cubicBezTo>
                    <a:cubicBezTo>
                      <a:pt x="29" y="83"/>
                      <a:pt x="29" y="84"/>
                      <a:pt x="29" y="84"/>
                    </a:cubicBezTo>
                    <a:cubicBezTo>
                      <a:pt x="30" y="84"/>
                      <a:pt x="31" y="84"/>
                      <a:pt x="31" y="84"/>
                    </a:cubicBezTo>
                    <a:cubicBezTo>
                      <a:pt x="34" y="159"/>
                      <a:pt x="34" y="159"/>
                      <a:pt x="34" y="159"/>
                    </a:cubicBezTo>
                    <a:cubicBezTo>
                      <a:pt x="55" y="159"/>
                      <a:pt x="55" y="159"/>
                      <a:pt x="55" y="159"/>
                    </a:cubicBezTo>
                    <a:cubicBezTo>
                      <a:pt x="56" y="137"/>
                      <a:pt x="56" y="99"/>
                      <a:pt x="55" y="84"/>
                    </a:cubicBezTo>
                    <a:cubicBezTo>
                      <a:pt x="56" y="84"/>
                      <a:pt x="57" y="84"/>
                      <a:pt x="58" y="84"/>
                    </a:cubicBezTo>
                    <a:cubicBezTo>
                      <a:pt x="60" y="159"/>
                      <a:pt x="60" y="159"/>
                      <a:pt x="60" y="159"/>
                    </a:cubicBezTo>
                    <a:cubicBezTo>
                      <a:pt x="74" y="159"/>
                      <a:pt x="74" y="159"/>
                      <a:pt x="74" y="159"/>
                    </a:cubicBezTo>
                    <a:cubicBezTo>
                      <a:pt x="70" y="156"/>
                      <a:pt x="67" y="151"/>
                      <a:pt x="67" y="145"/>
                    </a:cubicBezTo>
                    <a:cubicBezTo>
                      <a:pt x="67" y="75"/>
                      <a:pt x="67" y="75"/>
                      <a:pt x="67" y="75"/>
                    </a:cubicBezTo>
                    <a:cubicBezTo>
                      <a:pt x="67" y="68"/>
                      <a:pt x="71" y="62"/>
                      <a:pt x="76" y="59"/>
                    </a:cubicBezTo>
                    <a:cubicBezTo>
                      <a:pt x="77" y="60"/>
                      <a:pt x="78" y="61"/>
                      <a:pt x="78" y="62"/>
                    </a:cubicBezTo>
                    <a:cubicBezTo>
                      <a:pt x="110" y="41"/>
                      <a:pt x="110" y="41"/>
                      <a:pt x="110" y="41"/>
                    </a:cubicBezTo>
                    <a:cubicBezTo>
                      <a:pt x="111" y="40"/>
                      <a:pt x="111" y="40"/>
                      <a:pt x="111" y="40"/>
                    </a:cubicBezTo>
                    <a:lnTo>
                      <a:pt x="112" y="24"/>
                    </a:lnTo>
                    <a:close/>
                    <a:moveTo>
                      <a:pt x="30" y="55"/>
                    </a:moveTo>
                    <a:cubicBezTo>
                      <a:pt x="27" y="51"/>
                      <a:pt x="27" y="51"/>
                      <a:pt x="27" y="51"/>
                    </a:cubicBezTo>
                    <a:cubicBezTo>
                      <a:pt x="22" y="43"/>
                      <a:pt x="22" y="43"/>
                      <a:pt x="22" y="43"/>
                    </a:cubicBezTo>
                    <a:cubicBezTo>
                      <a:pt x="21" y="40"/>
                      <a:pt x="21" y="40"/>
                      <a:pt x="21" y="40"/>
                    </a:cubicBezTo>
                    <a:cubicBezTo>
                      <a:pt x="31" y="28"/>
                      <a:pt x="31" y="28"/>
                      <a:pt x="31" y="28"/>
                    </a:cubicBezTo>
                    <a:cubicBezTo>
                      <a:pt x="30" y="37"/>
                      <a:pt x="30" y="46"/>
                      <a:pt x="30" y="55"/>
                    </a:cubicBezTo>
                    <a:close/>
                    <a:moveTo>
                      <a:pt x="70" y="41"/>
                    </a:moveTo>
                    <a:cubicBezTo>
                      <a:pt x="68" y="39"/>
                      <a:pt x="68" y="39"/>
                      <a:pt x="68" y="39"/>
                    </a:cubicBezTo>
                    <a:cubicBezTo>
                      <a:pt x="82" y="30"/>
                      <a:pt x="82" y="30"/>
                      <a:pt x="82" y="30"/>
                    </a:cubicBezTo>
                    <a:cubicBezTo>
                      <a:pt x="82" y="28"/>
                      <a:pt x="82" y="27"/>
                      <a:pt x="82" y="25"/>
                    </a:cubicBezTo>
                    <a:cubicBezTo>
                      <a:pt x="86" y="28"/>
                      <a:pt x="86" y="28"/>
                      <a:pt x="86" y="28"/>
                    </a:cubicBezTo>
                    <a:cubicBezTo>
                      <a:pt x="88" y="30"/>
                      <a:pt x="88" y="30"/>
                      <a:pt x="88" y="30"/>
                    </a:cubicBezTo>
                    <a:lnTo>
                      <a:pt x="70" y="4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26" name="Freeform 217">
                <a:extLst>
                  <a:ext uri="{FF2B5EF4-FFF2-40B4-BE49-F238E27FC236}">
                    <a16:creationId xmlns:a16="http://schemas.microsoft.com/office/drawing/2014/main" id="{7681A10F-763B-493B-994C-DB48180CB530}"/>
                  </a:ext>
                </a:extLst>
              </p:cNvPr>
              <p:cNvSpPr/>
              <p:nvPr/>
            </p:nvSpPr>
            <p:spPr bwMode="auto">
              <a:xfrm>
                <a:off x="5946775" y="3201988"/>
                <a:ext cx="42863" cy="44450"/>
              </a:xfrm>
              <a:custGeom>
                <a:avLst/>
                <a:gdLst>
                  <a:gd name="T0" fmla="*/ 22 w 27"/>
                  <a:gd name="T1" fmla="*/ 0 h 28"/>
                  <a:gd name="T2" fmla="*/ 27 w 27"/>
                  <a:gd name="T3" fmla="*/ 16 h 28"/>
                  <a:gd name="T4" fmla="*/ 12 w 27"/>
                  <a:gd name="T5" fmla="*/ 28 h 28"/>
                  <a:gd name="T6" fmla="*/ 0 w 27"/>
                  <a:gd name="T7" fmla="*/ 16 h 28"/>
                  <a:gd name="T8" fmla="*/ 5 w 27"/>
                  <a:gd name="T9" fmla="*/ 0 h 28"/>
                  <a:gd name="T10" fmla="*/ 22 w 27"/>
                  <a:gd name="T11" fmla="*/ 0 h 28"/>
                </a:gdLst>
                <a:ahLst/>
                <a:cxnLst>
                  <a:cxn ang="0">
                    <a:pos x="T0" y="T1"/>
                  </a:cxn>
                  <a:cxn ang="0">
                    <a:pos x="T2" y="T3"/>
                  </a:cxn>
                  <a:cxn ang="0">
                    <a:pos x="T4" y="T5"/>
                  </a:cxn>
                  <a:cxn ang="0">
                    <a:pos x="T6" y="T7"/>
                  </a:cxn>
                  <a:cxn ang="0">
                    <a:pos x="T8" y="T9"/>
                  </a:cxn>
                  <a:cxn ang="0">
                    <a:pos x="T10" y="T11"/>
                  </a:cxn>
                </a:cxnLst>
                <a:rect l="0" t="0" r="r" b="b"/>
                <a:pathLst>
                  <a:path w="27" h="28">
                    <a:moveTo>
                      <a:pt x="22" y="0"/>
                    </a:moveTo>
                    <a:lnTo>
                      <a:pt x="27" y="16"/>
                    </a:lnTo>
                    <a:lnTo>
                      <a:pt x="12" y="28"/>
                    </a:lnTo>
                    <a:lnTo>
                      <a:pt x="0" y="16"/>
                    </a:lnTo>
                    <a:lnTo>
                      <a:pt x="5" y="0"/>
                    </a:lnTo>
                    <a:lnTo>
                      <a:pt x="2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27" name="Freeform 218">
                <a:extLst>
                  <a:ext uri="{FF2B5EF4-FFF2-40B4-BE49-F238E27FC236}">
                    <a16:creationId xmlns:a16="http://schemas.microsoft.com/office/drawing/2014/main" id="{52EF81C8-1053-48B5-90C5-0CB1F16929B1}"/>
                  </a:ext>
                </a:extLst>
              </p:cNvPr>
              <p:cNvSpPr/>
              <p:nvPr/>
            </p:nvSpPr>
            <p:spPr bwMode="auto">
              <a:xfrm>
                <a:off x="5946775" y="3232150"/>
                <a:ext cx="42863" cy="185738"/>
              </a:xfrm>
              <a:custGeom>
                <a:avLst/>
                <a:gdLst>
                  <a:gd name="T0" fmla="*/ 22 w 27"/>
                  <a:gd name="T1" fmla="*/ 0 h 117"/>
                  <a:gd name="T2" fmla="*/ 27 w 27"/>
                  <a:gd name="T3" fmla="*/ 105 h 117"/>
                  <a:gd name="T4" fmla="*/ 12 w 27"/>
                  <a:gd name="T5" fmla="*/ 117 h 117"/>
                  <a:gd name="T6" fmla="*/ 0 w 27"/>
                  <a:gd name="T7" fmla="*/ 105 h 117"/>
                  <a:gd name="T8" fmla="*/ 5 w 27"/>
                  <a:gd name="T9" fmla="*/ 0 h 117"/>
                  <a:gd name="T10" fmla="*/ 22 w 27"/>
                  <a:gd name="T11" fmla="*/ 0 h 117"/>
                </a:gdLst>
                <a:ahLst/>
                <a:cxnLst>
                  <a:cxn ang="0">
                    <a:pos x="T0" y="T1"/>
                  </a:cxn>
                  <a:cxn ang="0">
                    <a:pos x="T2" y="T3"/>
                  </a:cxn>
                  <a:cxn ang="0">
                    <a:pos x="T4" y="T5"/>
                  </a:cxn>
                  <a:cxn ang="0">
                    <a:pos x="T6" y="T7"/>
                  </a:cxn>
                  <a:cxn ang="0">
                    <a:pos x="T8" y="T9"/>
                  </a:cxn>
                  <a:cxn ang="0">
                    <a:pos x="T10" y="T11"/>
                  </a:cxn>
                </a:cxnLst>
                <a:rect l="0" t="0" r="r" b="b"/>
                <a:pathLst>
                  <a:path w="27" h="117">
                    <a:moveTo>
                      <a:pt x="22" y="0"/>
                    </a:moveTo>
                    <a:lnTo>
                      <a:pt x="27" y="105"/>
                    </a:lnTo>
                    <a:lnTo>
                      <a:pt x="12" y="117"/>
                    </a:lnTo>
                    <a:lnTo>
                      <a:pt x="0" y="105"/>
                    </a:lnTo>
                    <a:lnTo>
                      <a:pt x="5" y="0"/>
                    </a:lnTo>
                    <a:lnTo>
                      <a:pt x="2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grpSp>
      </p:grpSp>
      <p:grpSp>
        <p:nvGrpSpPr>
          <p:cNvPr id="28" name="组合 27">
            <a:extLst>
              <a:ext uri="{FF2B5EF4-FFF2-40B4-BE49-F238E27FC236}">
                <a16:creationId xmlns:a16="http://schemas.microsoft.com/office/drawing/2014/main" id="{A0A7B8D9-00C8-461B-8C07-C40FC740B4E6}"/>
              </a:ext>
            </a:extLst>
          </p:cNvPr>
          <p:cNvGrpSpPr/>
          <p:nvPr/>
        </p:nvGrpSpPr>
        <p:grpSpPr>
          <a:xfrm>
            <a:off x="5306387" y="5875923"/>
            <a:ext cx="342764" cy="342764"/>
            <a:chOff x="5306387" y="5875923"/>
            <a:chExt cx="342764" cy="342764"/>
          </a:xfrm>
        </p:grpSpPr>
        <p:sp>
          <p:nvSpPr>
            <p:cNvPr id="29" name="椭圆 28">
              <a:extLst>
                <a:ext uri="{FF2B5EF4-FFF2-40B4-BE49-F238E27FC236}">
                  <a16:creationId xmlns:a16="http://schemas.microsoft.com/office/drawing/2014/main" id="{713CE592-4EAD-4944-A286-E51D3A308F83}"/>
                </a:ext>
              </a:extLst>
            </p:cNvPr>
            <p:cNvSpPr/>
            <p:nvPr/>
          </p:nvSpPr>
          <p:spPr>
            <a:xfrm>
              <a:off x="5306387" y="5875923"/>
              <a:ext cx="342764" cy="342764"/>
            </a:xfrm>
            <a:prstGeom prst="ellipse">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30" name="组合 29">
              <a:extLst>
                <a:ext uri="{FF2B5EF4-FFF2-40B4-BE49-F238E27FC236}">
                  <a16:creationId xmlns:a16="http://schemas.microsoft.com/office/drawing/2014/main" id="{F5FC36AF-6731-43C7-B468-EE7FDCB57E01}"/>
                </a:ext>
              </a:extLst>
            </p:cNvPr>
            <p:cNvGrpSpPr/>
            <p:nvPr/>
          </p:nvGrpSpPr>
          <p:grpSpPr>
            <a:xfrm>
              <a:off x="5370562" y="5961635"/>
              <a:ext cx="214413" cy="171339"/>
              <a:chOff x="5738813" y="3144838"/>
              <a:chExt cx="711200" cy="568325"/>
            </a:xfrm>
            <a:solidFill>
              <a:schemeClr val="accent1"/>
            </a:solidFill>
          </p:grpSpPr>
          <p:sp>
            <p:nvSpPr>
              <p:cNvPr id="31" name="Freeform 103">
                <a:extLst>
                  <a:ext uri="{FF2B5EF4-FFF2-40B4-BE49-F238E27FC236}">
                    <a16:creationId xmlns:a16="http://schemas.microsoft.com/office/drawing/2014/main" id="{B0CD356E-E0A2-49E4-8270-523C0D2BEAB1}"/>
                  </a:ext>
                </a:extLst>
              </p:cNvPr>
              <p:cNvSpPr/>
              <p:nvPr/>
            </p:nvSpPr>
            <p:spPr bwMode="auto">
              <a:xfrm>
                <a:off x="5821363" y="3159126"/>
                <a:ext cx="533400" cy="371475"/>
              </a:xfrm>
              <a:custGeom>
                <a:avLst/>
                <a:gdLst>
                  <a:gd name="T0" fmla="*/ 22 w 336"/>
                  <a:gd name="T1" fmla="*/ 234 h 234"/>
                  <a:gd name="T2" fmla="*/ 0 w 336"/>
                  <a:gd name="T3" fmla="*/ 215 h 234"/>
                  <a:gd name="T4" fmla="*/ 135 w 336"/>
                  <a:gd name="T5" fmla="*/ 56 h 234"/>
                  <a:gd name="T6" fmla="*/ 216 w 336"/>
                  <a:gd name="T7" fmla="*/ 126 h 234"/>
                  <a:gd name="T8" fmla="*/ 312 w 336"/>
                  <a:gd name="T9" fmla="*/ 0 h 234"/>
                  <a:gd name="T10" fmla="*/ 336 w 336"/>
                  <a:gd name="T11" fmla="*/ 17 h 234"/>
                  <a:gd name="T12" fmla="*/ 219 w 336"/>
                  <a:gd name="T13" fmla="*/ 171 h 234"/>
                  <a:gd name="T14" fmla="*/ 137 w 336"/>
                  <a:gd name="T15" fmla="*/ 99 h 234"/>
                  <a:gd name="T16" fmla="*/ 22 w 336"/>
                  <a:gd name="T17" fmla="*/ 234 h 234"/>
                  <a:gd name="T18" fmla="*/ 22 w 336"/>
                  <a:gd name="T19" fmla="*/ 234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6" h="234">
                    <a:moveTo>
                      <a:pt x="22" y="234"/>
                    </a:moveTo>
                    <a:lnTo>
                      <a:pt x="0" y="215"/>
                    </a:lnTo>
                    <a:lnTo>
                      <a:pt x="135" y="56"/>
                    </a:lnTo>
                    <a:lnTo>
                      <a:pt x="216" y="126"/>
                    </a:lnTo>
                    <a:lnTo>
                      <a:pt x="312" y="0"/>
                    </a:lnTo>
                    <a:lnTo>
                      <a:pt x="336" y="17"/>
                    </a:lnTo>
                    <a:lnTo>
                      <a:pt x="219" y="171"/>
                    </a:lnTo>
                    <a:lnTo>
                      <a:pt x="137" y="99"/>
                    </a:lnTo>
                    <a:lnTo>
                      <a:pt x="22" y="234"/>
                    </a:lnTo>
                    <a:lnTo>
                      <a:pt x="22" y="23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32" name="Freeform 104">
                <a:extLst>
                  <a:ext uri="{FF2B5EF4-FFF2-40B4-BE49-F238E27FC236}">
                    <a16:creationId xmlns:a16="http://schemas.microsoft.com/office/drawing/2014/main" id="{7A574504-B751-47C3-BE54-02544A0E9B9D}"/>
                  </a:ext>
                </a:extLst>
              </p:cNvPr>
              <p:cNvSpPr/>
              <p:nvPr/>
            </p:nvSpPr>
            <p:spPr bwMode="auto">
              <a:xfrm>
                <a:off x="6248401" y="3148013"/>
                <a:ext cx="117475" cy="119063"/>
              </a:xfrm>
              <a:custGeom>
                <a:avLst/>
                <a:gdLst>
                  <a:gd name="T0" fmla="*/ 0 w 74"/>
                  <a:gd name="T1" fmla="*/ 0 h 75"/>
                  <a:gd name="T2" fmla="*/ 74 w 74"/>
                  <a:gd name="T3" fmla="*/ 0 h 75"/>
                  <a:gd name="T4" fmla="*/ 74 w 74"/>
                  <a:gd name="T5" fmla="*/ 75 h 75"/>
                  <a:gd name="T6" fmla="*/ 0 w 74"/>
                  <a:gd name="T7" fmla="*/ 0 h 75"/>
                </a:gdLst>
                <a:ahLst/>
                <a:cxnLst>
                  <a:cxn ang="0">
                    <a:pos x="T0" y="T1"/>
                  </a:cxn>
                  <a:cxn ang="0">
                    <a:pos x="T2" y="T3"/>
                  </a:cxn>
                  <a:cxn ang="0">
                    <a:pos x="T4" y="T5"/>
                  </a:cxn>
                  <a:cxn ang="0">
                    <a:pos x="T6" y="T7"/>
                  </a:cxn>
                </a:cxnLst>
                <a:rect l="0" t="0" r="r" b="b"/>
                <a:pathLst>
                  <a:path w="74" h="75">
                    <a:moveTo>
                      <a:pt x="0" y="0"/>
                    </a:moveTo>
                    <a:lnTo>
                      <a:pt x="74" y="0"/>
                    </a:lnTo>
                    <a:lnTo>
                      <a:pt x="74" y="75"/>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33" name="Freeform 105">
                <a:extLst>
                  <a:ext uri="{FF2B5EF4-FFF2-40B4-BE49-F238E27FC236}">
                    <a16:creationId xmlns:a16="http://schemas.microsoft.com/office/drawing/2014/main" id="{56B0AF31-AE80-44B4-85A5-6071B641491E}"/>
                  </a:ext>
                </a:extLst>
              </p:cNvPr>
              <p:cNvSpPr/>
              <p:nvPr/>
            </p:nvSpPr>
            <p:spPr bwMode="auto">
              <a:xfrm>
                <a:off x="5738813" y="3144838"/>
                <a:ext cx="711200" cy="568325"/>
              </a:xfrm>
              <a:custGeom>
                <a:avLst/>
                <a:gdLst>
                  <a:gd name="T0" fmla="*/ 448 w 448"/>
                  <a:gd name="T1" fmla="*/ 358 h 358"/>
                  <a:gd name="T2" fmla="*/ 0 w 448"/>
                  <a:gd name="T3" fmla="*/ 358 h 358"/>
                  <a:gd name="T4" fmla="*/ 0 w 448"/>
                  <a:gd name="T5" fmla="*/ 0 h 358"/>
                  <a:gd name="T6" fmla="*/ 26 w 448"/>
                  <a:gd name="T7" fmla="*/ 0 h 358"/>
                  <a:gd name="T8" fmla="*/ 26 w 448"/>
                  <a:gd name="T9" fmla="*/ 334 h 358"/>
                  <a:gd name="T10" fmla="*/ 448 w 448"/>
                  <a:gd name="T11" fmla="*/ 334 h 358"/>
                  <a:gd name="T12" fmla="*/ 448 w 448"/>
                  <a:gd name="T13" fmla="*/ 358 h 358"/>
                  <a:gd name="T14" fmla="*/ 448 w 448"/>
                  <a:gd name="T15" fmla="*/ 358 h 35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8" h="358">
                    <a:moveTo>
                      <a:pt x="448" y="358"/>
                    </a:moveTo>
                    <a:lnTo>
                      <a:pt x="0" y="358"/>
                    </a:lnTo>
                    <a:lnTo>
                      <a:pt x="0" y="0"/>
                    </a:lnTo>
                    <a:lnTo>
                      <a:pt x="26" y="0"/>
                    </a:lnTo>
                    <a:lnTo>
                      <a:pt x="26" y="334"/>
                    </a:lnTo>
                    <a:lnTo>
                      <a:pt x="448" y="334"/>
                    </a:lnTo>
                    <a:lnTo>
                      <a:pt x="448" y="358"/>
                    </a:lnTo>
                    <a:lnTo>
                      <a:pt x="448" y="35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34" name="Rectangle 106">
                <a:extLst>
                  <a:ext uri="{FF2B5EF4-FFF2-40B4-BE49-F238E27FC236}">
                    <a16:creationId xmlns:a16="http://schemas.microsoft.com/office/drawing/2014/main" id="{342E43F6-202A-455C-8670-6B04C34EF7CE}"/>
                  </a:ext>
                </a:extLst>
              </p:cNvPr>
              <p:cNvSpPr>
                <a:spLocks noChangeArrowheads="1"/>
              </p:cNvSpPr>
              <p:nvPr/>
            </p:nvSpPr>
            <p:spPr bwMode="auto">
              <a:xfrm>
                <a:off x="5853113" y="3560763"/>
                <a:ext cx="79375" cy="1222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35" name="Rectangle 107">
                <a:extLst>
                  <a:ext uri="{FF2B5EF4-FFF2-40B4-BE49-F238E27FC236}">
                    <a16:creationId xmlns:a16="http://schemas.microsoft.com/office/drawing/2014/main" id="{81739738-E957-403C-B570-1CE7BC646BC3}"/>
                  </a:ext>
                </a:extLst>
              </p:cNvPr>
              <p:cNvSpPr>
                <a:spLocks noChangeArrowheads="1"/>
              </p:cNvSpPr>
              <p:nvPr/>
            </p:nvSpPr>
            <p:spPr bwMode="auto">
              <a:xfrm>
                <a:off x="5997576" y="3408363"/>
                <a:ext cx="79375" cy="274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36" name="Rectangle 108">
                <a:extLst>
                  <a:ext uri="{FF2B5EF4-FFF2-40B4-BE49-F238E27FC236}">
                    <a16:creationId xmlns:a16="http://schemas.microsoft.com/office/drawing/2014/main" id="{57107470-EA4C-498A-A756-A70AD23D82EC}"/>
                  </a:ext>
                </a:extLst>
              </p:cNvPr>
              <p:cNvSpPr>
                <a:spLocks noChangeArrowheads="1"/>
              </p:cNvSpPr>
              <p:nvPr/>
            </p:nvSpPr>
            <p:spPr bwMode="auto">
              <a:xfrm>
                <a:off x="6142038" y="3487738"/>
                <a:ext cx="79375" cy="1952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37" name="Rectangle 109">
                <a:extLst>
                  <a:ext uri="{FF2B5EF4-FFF2-40B4-BE49-F238E27FC236}">
                    <a16:creationId xmlns:a16="http://schemas.microsoft.com/office/drawing/2014/main" id="{C3AE1AD3-F23B-4D98-A1F9-207062ADCF80}"/>
                  </a:ext>
                </a:extLst>
              </p:cNvPr>
              <p:cNvSpPr>
                <a:spLocks noChangeArrowheads="1"/>
              </p:cNvSpPr>
              <p:nvPr/>
            </p:nvSpPr>
            <p:spPr bwMode="auto">
              <a:xfrm>
                <a:off x="6286501" y="3305176"/>
                <a:ext cx="79375" cy="3778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grpSp>
      </p:grpSp>
      <p:grpSp>
        <p:nvGrpSpPr>
          <p:cNvPr id="38" name="组合 37">
            <a:extLst>
              <a:ext uri="{FF2B5EF4-FFF2-40B4-BE49-F238E27FC236}">
                <a16:creationId xmlns:a16="http://schemas.microsoft.com/office/drawing/2014/main" id="{3F8F588E-CC41-4DEC-BFD6-57015A7C8B67}"/>
              </a:ext>
            </a:extLst>
          </p:cNvPr>
          <p:cNvGrpSpPr/>
          <p:nvPr/>
        </p:nvGrpSpPr>
        <p:grpSpPr>
          <a:xfrm>
            <a:off x="5924619" y="5875923"/>
            <a:ext cx="342764" cy="342764"/>
            <a:chOff x="5924618" y="5875923"/>
            <a:chExt cx="342764" cy="342764"/>
          </a:xfrm>
        </p:grpSpPr>
        <p:sp>
          <p:nvSpPr>
            <p:cNvPr id="39" name="椭圆 38">
              <a:extLst>
                <a:ext uri="{FF2B5EF4-FFF2-40B4-BE49-F238E27FC236}">
                  <a16:creationId xmlns:a16="http://schemas.microsoft.com/office/drawing/2014/main" id="{C75AFBD7-DBC5-4AB1-85DF-0CCE65BAAA6F}"/>
                </a:ext>
              </a:extLst>
            </p:cNvPr>
            <p:cNvSpPr/>
            <p:nvPr/>
          </p:nvSpPr>
          <p:spPr>
            <a:xfrm>
              <a:off x="5924618" y="5875923"/>
              <a:ext cx="342764" cy="342764"/>
            </a:xfrm>
            <a:prstGeom prst="ellipse">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40" name="组合 39">
              <a:extLst>
                <a:ext uri="{FF2B5EF4-FFF2-40B4-BE49-F238E27FC236}">
                  <a16:creationId xmlns:a16="http://schemas.microsoft.com/office/drawing/2014/main" id="{1954B2CE-4A66-4B5F-97D9-F427D33D9FE2}"/>
                </a:ext>
              </a:extLst>
            </p:cNvPr>
            <p:cNvGrpSpPr/>
            <p:nvPr/>
          </p:nvGrpSpPr>
          <p:grpSpPr>
            <a:xfrm>
              <a:off x="5999323" y="5949431"/>
              <a:ext cx="193355" cy="195748"/>
              <a:chOff x="5778500" y="3105150"/>
              <a:chExt cx="641350" cy="649288"/>
            </a:xfrm>
            <a:solidFill>
              <a:schemeClr val="accent1"/>
            </a:solidFill>
          </p:grpSpPr>
          <p:sp>
            <p:nvSpPr>
              <p:cNvPr id="41" name="Freeform 425">
                <a:extLst>
                  <a:ext uri="{FF2B5EF4-FFF2-40B4-BE49-F238E27FC236}">
                    <a16:creationId xmlns:a16="http://schemas.microsoft.com/office/drawing/2014/main" id="{B91F5DCD-DE23-4812-A1CD-2E7E844B7BDF}"/>
                  </a:ext>
                </a:extLst>
              </p:cNvPr>
              <p:cNvSpPr/>
              <p:nvPr/>
            </p:nvSpPr>
            <p:spPr bwMode="auto">
              <a:xfrm>
                <a:off x="5959475" y="3227388"/>
                <a:ext cx="217488" cy="438150"/>
              </a:xfrm>
              <a:custGeom>
                <a:avLst/>
                <a:gdLst>
                  <a:gd name="T0" fmla="*/ 36 w 137"/>
                  <a:gd name="T1" fmla="*/ 276 h 276"/>
                  <a:gd name="T2" fmla="*/ 101 w 137"/>
                  <a:gd name="T3" fmla="*/ 276 h 276"/>
                  <a:gd name="T4" fmla="*/ 101 w 137"/>
                  <a:gd name="T5" fmla="*/ 69 h 276"/>
                  <a:gd name="T6" fmla="*/ 137 w 137"/>
                  <a:gd name="T7" fmla="*/ 69 h 276"/>
                  <a:gd name="T8" fmla="*/ 67 w 137"/>
                  <a:gd name="T9" fmla="*/ 0 h 276"/>
                  <a:gd name="T10" fmla="*/ 0 w 137"/>
                  <a:gd name="T11" fmla="*/ 69 h 276"/>
                  <a:gd name="T12" fmla="*/ 36 w 137"/>
                  <a:gd name="T13" fmla="*/ 69 h 276"/>
                  <a:gd name="T14" fmla="*/ 36 w 137"/>
                  <a:gd name="T15" fmla="*/ 276 h 2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7" h="276">
                    <a:moveTo>
                      <a:pt x="36" y="276"/>
                    </a:moveTo>
                    <a:lnTo>
                      <a:pt x="101" y="276"/>
                    </a:lnTo>
                    <a:lnTo>
                      <a:pt x="101" y="69"/>
                    </a:lnTo>
                    <a:lnTo>
                      <a:pt x="137" y="69"/>
                    </a:lnTo>
                    <a:lnTo>
                      <a:pt x="67" y="0"/>
                    </a:lnTo>
                    <a:lnTo>
                      <a:pt x="0" y="69"/>
                    </a:lnTo>
                    <a:lnTo>
                      <a:pt x="36" y="69"/>
                    </a:lnTo>
                    <a:lnTo>
                      <a:pt x="36" y="27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42" name="Freeform 426">
                <a:extLst>
                  <a:ext uri="{FF2B5EF4-FFF2-40B4-BE49-F238E27FC236}">
                    <a16:creationId xmlns:a16="http://schemas.microsoft.com/office/drawing/2014/main" id="{F65B7A26-E792-47F9-85D2-F972294E4CF6}"/>
                  </a:ext>
                </a:extLst>
              </p:cNvPr>
              <p:cNvSpPr/>
              <p:nvPr/>
            </p:nvSpPr>
            <p:spPr bwMode="auto">
              <a:xfrm>
                <a:off x="5783263" y="3398838"/>
                <a:ext cx="214313" cy="266700"/>
              </a:xfrm>
              <a:custGeom>
                <a:avLst/>
                <a:gdLst>
                  <a:gd name="T0" fmla="*/ 36 w 135"/>
                  <a:gd name="T1" fmla="*/ 168 h 168"/>
                  <a:gd name="T2" fmla="*/ 98 w 135"/>
                  <a:gd name="T3" fmla="*/ 168 h 168"/>
                  <a:gd name="T4" fmla="*/ 98 w 135"/>
                  <a:gd name="T5" fmla="*/ 70 h 168"/>
                  <a:gd name="T6" fmla="*/ 135 w 135"/>
                  <a:gd name="T7" fmla="*/ 70 h 168"/>
                  <a:gd name="T8" fmla="*/ 67 w 135"/>
                  <a:gd name="T9" fmla="*/ 0 h 168"/>
                  <a:gd name="T10" fmla="*/ 0 w 135"/>
                  <a:gd name="T11" fmla="*/ 70 h 168"/>
                  <a:gd name="T12" fmla="*/ 36 w 135"/>
                  <a:gd name="T13" fmla="*/ 70 h 168"/>
                  <a:gd name="T14" fmla="*/ 36 w 135"/>
                  <a:gd name="T15" fmla="*/ 168 h 1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5" h="168">
                    <a:moveTo>
                      <a:pt x="36" y="168"/>
                    </a:moveTo>
                    <a:lnTo>
                      <a:pt x="98" y="168"/>
                    </a:lnTo>
                    <a:lnTo>
                      <a:pt x="98" y="70"/>
                    </a:lnTo>
                    <a:lnTo>
                      <a:pt x="135" y="70"/>
                    </a:lnTo>
                    <a:lnTo>
                      <a:pt x="67" y="0"/>
                    </a:lnTo>
                    <a:lnTo>
                      <a:pt x="0" y="70"/>
                    </a:lnTo>
                    <a:lnTo>
                      <a:pt x="36" y="70"/>
                    </a:lnTo>
                    <a:lnTo>
                      <a:pt x="36" y="16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43" name="Rectangle 427">
                <a:extLst>
                  <a:ext uri="{FF2B5EF4-FFF2-40B4-BE49-F238E27FC236}">
                    <a16:creationId xmlns:a16="http://schemas.microsoft.com/office/drawing/2014/main" id="{C368463A-6A5A-49B0-9F7C-4CA26AD7ECE1}"/>
                  </a:ext>
                </a:extLst>
              </p:cNvPr>
              <p:cNvSpPr>
                <a:spLocks noChangeArrowheads="1"/>
              </p:cNvSpPr>
              <p:nvPr/>
            </p:nvSpPr>
            <p:spPr bwMode="auto">
              <a:xfrm>
                <a:off x="5778500" y="3692525"/>
                <a:ext cx="641350" cy="619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44" name="Oval 428">
                <a:extLst>
                  <a:ext uri="{FF2B5EF4-FFF2-40B4-BE49-F238E27FC236}">
                    <a16:creationId xmlns:a16="http://schemas.microsoft.com/office/drawing/2014/main" id="{108B0B09-358B-41FD-B6C9-E24FED2E5458}"/>
                  </a:ext>
                </a:extLst>
              </p:cNvPr>
              <p:cNvSpPr>
                <a:spLocks noChangeArrowheads="1"/>
              </p:cNvSpPr>
              <p:nvPr/>
            </p:nvSpPr>
            <p:spPr bwMode="auto">
              <a:xfrm>
                <a:off x="6248400" y="3105150"/>
                <a:ext cx="88900" cy="10953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45" name="Freeform 429">
                <a:extLst>
                  <a:ext uri="{FF2B5EF4-FFF2-40B4-BE49-F238E27FC236}">
                    <a16:creationId xmlns:a16="http://schemas.microsoft.com/office/drawing/2014/main" id="{6AD36026-0647-4CF9-B6B8-8368B2AD47DE}"/>
                  </a:ext>
                </a:extLst>
              </p:cNvPr>
              <p:cNvSpPr/>
              <p:nvPr/>
            </p:nvSpPr>
            <p:spPr bwMode="auto">
              <a:xfrm>
                <a:off x="6188075" y="3222625"/>
                <a:ext cx="206375" cy="442913"/>
              </a:xfrm>
              <a:custGeom>
                <a:avLst/>
                <a:gdLst>
                  <a:gd name="T0" fmla="*/ 7 w 54"/>
                  <a:gd name="T1" fmla="*/ 61 h 116"/>
                  <a:gd name="T2" fmla="*/ 8 w 54"/>
                  <a:gd name="T3" fmla="*/ 61 h 116"/>
                  <a:gd name="T4" fmla="*/ 9 w 54"/>
                  <a:gd name="T5" fmla="*/ 61 h 116"/>
                  <a:gd name="T6" fmla="*/ 11 w 54"/>
                  <a:gd name="T7" fmla="*/ 116 h 116"/>
                  <a:gd name="T8" fmla="*/ 26 w 54"/>
                  <a:gd name="T9" fmla="*/ 116 h 116"/>
                  <a:gd name="T10" fmla="*/ 26 w 54"/>
                  <a:gd name="T11" fmla="*/ 61 h 116"/>
                  <a:gd name="T12" fmla="*/ 28 w 54"/>
                  <a:gd name="T13" fmla="*/ 61 h 116"/>
                  <a:gd name="T14" fmla="*/ 30 w 54"/>
                  <a:gd name="T15" fmla="*/ 116 h 116"/>
                  <a:gd name="T16" fmla="*/ 45 w 54"/>
                  <a:gd name="T17" fmla="*/ 116 h 116"/>
                  <a:gd name="T18" fmla="*/ 45 w 54"/>
                  <a:gd name="T19" fmla="*/ 61 h 116"/>
                  <a:gd name="T20" fmla="*/ 46 w 54"/>
                  <a:gd name="T21" fmla="*/ 61 h 116"/>
                  <a:gd name="T22" fmla="*/ 47 w 54"/>
                  <a:gd name="T23" fmla="*/ 61 h 116"/>
                  <a:gd name="T24" fmla="*/ 47 w 54"/>
                  <a:gd name="T25" fmla="*/ 61 h 116"/>
                  <a:gd name="T26" fmla="*/ 54 w 54"/>
                  <a:gd name="T27" fmla="*/ 61 h 116"/>
                  <a:gd name="T28" fmla="*/ 50 w 54"/>
                  <a:gd name="T29" fmla="*/ 8 h 116"/>
                  <a:gd name="T30" fmla="*/ 43 w 54"/>
                  <a:gd name="T31" fmla="*/ 1 h 116"/>
                  <a:gd name="T32" fmla="*/ 37 w 54"/>
                  <a:gd name="T33" fmla="*/ 0 h 116"/>
                  <a:gd name="T34" fmla="*/ 37 w 54"/>
                  <a:gd name="T35" fmla="*/ 1 h 116"/>
                  <a:gd name="T36" fmla="*/ 41 w 54"/>
                  <a:gd name="T37" fmla="*/ 5 h 116"/>
                  <a:gd name="T38" fmla="*/ 36 w 54"/>
                  <a:gd name="T39" fmla="*/ 8 h 116"/>
                  <a:gd name="T40" fmla="*/ 38 w 54"/>
                  <a:gd name="T41" fmla="*/ 12 h 116"/>
                  <a:gd name="T42" fmla="*/ 31 w 54"/>
                  <a:gd name="T43" fmla="*/ 28 h 116"/>
                  <a:gd name="T44" fmla="*/ 30 w 54"/>
                  <a:gd name="T45" fmla="*/ 6 h 116"/>
                  <a:gd name="T46" fmla="*/ 31 w 54"/>
                  <a:gd name="T47" fmla="*/ 5 h 116"/>
                  <a:gd name="T48" fmla="*/ 30 w 54"/>
                  <a:gd name="T49" fmla="*/ 0 h 116"/>
                  <a:gd name="T50" fmla="*/ 25 w 54"/>
                  <a:gd name="T51" fmla="*/ 0 h 116"/>
                  <a:gd name="T52" fmla="*/ 23 w 54"/>
                  <a:gd name="T53" fmla="*/ 5 h 116"/>
                  <a:gd name="T54" fmla="*/ 24 w 54"/>
                  <a:gd name="T55" fmla="*/ 6 h 116"/>
                  <a:gd name="T56" fmla="*/ 23 w 54"/>
                  <a:gd name="T57" fmla="*/ 29 h 116"/>
                  <a:gd name="T58" fmla="*/ 16 w 54"/>
                  <a:gd name="T59" fmla="*/ 12 h 116"/>
                  <a:gd name="T60" fmla="*/ 18 w 54"/>
                  <a:gd name="T61" fmla="*/ 8 h 116"/>
                  <a:gd name="T62" fmla="*/ 13 w 54"/>
                  <a:gd name="T63" fmla="*/ 5 h 116"/>
                  <a:gd name="T64" fmla="*/ 17 w 54"/>
                  <a:gd name="T65" fmla="*/ 1 h 116"/>
                  <a:gd name="T66" fmla="*/ 17 w 54"/>
                  <a:gd name="T67" fmla="*/ 0 h 116"/>
                  <a:gd name="T68" fmla="*/ 11 w 54"/>
                  <a:gd name="T69" fmla="*/ 1 h 116"/>
                  <a:gd name="T70" fmla="*/ 4 w 54"/>
                  <a:gd name="T71" fmla="*/ 8 h 116"/>
                  <a:gd name="T72" fmla="*/ 0 w 54"/>
                  <a:gd name="T73" fmla="*/ 61 h 116"/>
                  <a:gd name="T74" fmla="*/ 7 w 54"/>
                  <a:gd name="T75" fmla="*/ 61 h 116"/>
                  <a:gd name="T76" fmla="*/ 7 w 54"/>
                  <a:gd name="T77" fmla="*/ 61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4" h="116">
                    <a:moveTo>
                      <a:pt x="7" y="61"/>
                    </a:moveTo>
                    <a:cubicBezTo>
                      <a:pt x="8" y="61"/>
                      <a:pt x="8" y="61"/>
                      <a:pt x="8" y="61"/>
                    </a:cubicBezTo>
                    <a:cubicBezTo>
                      <a:pt x="8" y="61"/>
                      <a:pt x="9" y="61"/>
                      <a:pt x="9" y="61"/>
                    </a:cubicBezTo>
                    <a:cubicBezTo>
                      <a:pt x="11" y="116"/>
                      <a:pt x="11" y="116"/>
                      <a:pt x="11" y="116"/>
                    </a:cubicBezTo>
                    <a:cubicBezTo>
                      <a:pt x="26" y="116"/>
                      <a:pt x="26" y="116"/>
                      <a:pt x="26" y="116"/>
                    </a:cubicBezTo>
                    <a:cubicBezTo>
                      <a:pt x="27" y="100"/>
                      <a:pt x="27" y="72"/>
                      <a:pt x="26" y="61"/>
                    </a:cubicBezTo>
                    <a:cubicBezTo>
                      <a:pt x="27" y="61"/>
                      <a:pt x="27" y="61"/>
                      <a:pt x="28" y="61"/>
                    </a:cubicBezTo>
                    <a:cubicBezTo>
                      <a:pt x="30" y="116"/>
                      <a:pt x="30" y="116"/>
                      <a:pt x="30" y="116"/>
                    </a:cubicBezTo>
                    <a:cubicBezTo>
                      <a:pt x="45" y="116"/>
                      <a:pt x="45" y="116"/>
                      <a:pt x="45" y="116"/>
                    </a:cubicBezTo>
                    <a:cubicBezTo>
                      <a:pt x="46" y="100"/>
                      <a:pt x="45" y="72"/>
                      <a:pt x="45" y="61"/>
                    </a:cubicBezTo>
                    <a:cubicBezTo>
                      <a:pt x="46" y="61"/>
                      <a:pt x="46" y="61"/>
                      <a:pt x="46" y="61"/>
                    </a:cubicBezTo>
                    <a:cubicBezTo>
                      <a:pt x="46" y="61"/>
                      <a:pt x="47" y="61"/>
                      <a:pt x="47" y="61"/>
                    </a:cubicBezTo>
                    <a:cubicBezTo>
                      <a:pt x="47" y="61"/>
                      <a:pt x="47" y="61"/>
                      <a:pt x="47" y="61"/>
                    </a:cubicBezTo>
                    <a:cubicBezTo>
                      <a:pt x="49" y="61"/>
                      <a:pt x="52" y="61"/>
                      <a:pt x="54" y="61"/>
                    </a:cubicBezTo>
                    <a:cubicBezTo>
                      <a:pt x="50" y="8"/>
                      <a:pt x="50" y="8"/>
                      <a:pt x="50" y="8"/>
                    </a:cubicBezTo>
                    <a:cubicBezTo>
                      <a:pt x="50" y="4"/>
                      <a:pt x="47" y="1"/>
                      <a:pt x="43" y="1"/>
                    </a:cubicBezTo>
                    <a:cubicBezTo>
                      <a:pt x="43" y="1"/>
                      <a:pt x="38" y="1"/>
                      <a:pt x="37" y="0"/>
                    </a:cubicBezTo>
                    <a:cubicBezTo>
                      <a:pt x="37" y="1"/>
                      <a:pt x="37" y="1"/>
                      <a:pt x="37" y="1"/>
                    </a:cubicBezTo>
                    <a:cubicBezTo>
                      <a:pt x="41" y="5"/>
                      <a:pt x="41" y="5"/>
                      <a:pt x="41" y="5"/>
                    </a:cubicBezTo>
                    <a:cubicBezTo>
                      <a:pt x="36" y="8"/>
                      <a:pt x="36" y="8"/>
                      <a:pt x="36" y="8"/>
                    </a:cubicBezTo>
                    <a:cubicBezTo>
                      <a:pt x="38" y="12"/>
                      <a:pt x="38" y="12"/>
                      <a:pt x="38" y="12"/>
                    </a:cubicBezTo>
                    <a:cubicBezTo>
                      <a:pt x="31" y="28"/>
                      <a:pt x="31" y="28"/>
                      <a:pt x="31" y="28"/>
                    </a:cubicBezTo>
                    <a:cubicBezTo>
                      <a:pt x="30" y="6"/>
                      <a:pt x="30" y="6"/>
                      <a:pt x="30" y="6"/>
                    </a:cubicBezTo>
                    <a:cubicBezTo>
                      <a:pt x="31" y="5"/>
                      <a:pt x="31" y="5"/>
                      <a:pt x="31" y="5"/>
                    </a:cubicBezTo>
                    <a:cubicBezTo>
                      <a:pt x="30" y="0"/>
                      <a:pt x="30" y="0"/>
                      <a:pt x="30" y="0"/>
                    </a:cubicBezTo>
                    <a:cubicBezTo>
                      <a:pt x="25" y="0"/>
                      <a:pt x="25" y="0"/>
                      <a:pt x="25" y="0"/>
                    </a:cubicBezTo>
                    <a:cubicBezTo>
                      <a:pt x="23" y="5"/>
                      <a:pt x="23" y="5"/>
                      <a:pt x="23" y="5"/>
                    </a:cubicBezTo>
                    <a:cubicBezTo>
                      <a:pt x="24" y="6"/>
                      <a:pt x="24" y="6"/>
                      <a:pt x="24" y="6"/>
                    </a:cubicBezTo>
                    <a:cubicBezTo>
                      <a:pt x="23" y="29"/>
                      <a:pt x="23" y="29"/>
                      <a:pt x="23" y="29"/>
                    </a:cubicBezTo>
                    <a:cubicBezTo>
                      <a:pt x="16" y="12"/>
                      <a:pt x="16" y="12"/>
                      <a:pt x="16" y="12"/>
                    </a:cubicBezTo>
                    <a:cubicBezTo>
                      <a:pt x="18" y="8"/>
                      <a:pt x="18" y="8"/>
                      <a:pt x="18" y="8"/>
                    </a:cubicBezTo>
                    <a:cubicBezTo>
                      <a:pt x="13" y="5"/>
                      <a:pt x="13" y="5"/>
                      <a:pt x="13" y="5"/>
                    </a:cubicBezTo>
                    <a:cubicBezTo>
                      <a:pt x="17" y="1"/>
                      <a:pt x="17" y="1"/>
                      <a:pt x="17" y="1"/>
                    </a:cubicBezTo>
                    <a:cubicBezTo>
                      <a:pt x="17" y="0"/>
                      <a:pt x="17" y="0"/>
                      <a:pt x="17" y="0"/>
                    </a:cubicBezTo>
                    <a:cubicBezTo>
                      <a:pt x="16" y="1"/>
                      <a:pt x="11" y="1"/>
                      <a:pt x="11" y="1"/>
                    </a:cubicBezTo>
                    <a:cubicBezTo>
                      <a:pt x="8" y="1"/>
                      <a:pt x="5" y="4"/>
                      <a:pt x="4" y="8"/>
                    </a:cubicBezTo>
                    <a:cubicBezTo>
                      <a:pt x="0" y="61"/>
                      <a:pt x="0" y="61"/>
                      <a:pt x="0" y="61"/>
                    </a:cubicBezTo>
                    <a:cubicBezTo>
                      <a:pt x="3" y="61"/>
                      <a:pt x="5" y="61"/>
                      <a:pt x="7" y="61"/>
                    </a:cubicBezTo>
                    <a:cubicBezTo>
                      <a:pt x="7" y="61"/>
                      <a:pt x="7" y="61"/>
                      <a:pt x="7" y="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grpSp>
      </p:grpSp>
      <p:grpSp>
        <p:nvGrpSpPr>
          <p:cNvPr id="46" name="组合 45">
            <a:extLst>
              <a:ext uri="{FF2B5EF4-FFF2-40B4-BE49-F238E27FC236}">
                <a16:creationId xmlns:a16="http://schemas.microsoft.com/office/drawing/2014/main" id="{9148CD87-D12B-4D5C-A1BE-E6F8ED1A1C58}"/>
              </a:ext>
            </a:extLst>
          </p:cNvPr>
          <p:cNvGrpSpPr/>
          <p:nvPr/>
        </p:nvGrpSpPr>
        <p:grpSpPr>
          <a:xfrm>
            <a:off x="6542851" y="5875923"/>
            <a:ext cx="342764" cy="342764"/>
            <a:chOff x="6542850" y="5875923"/>
            <a:chExt cx="342764" cy="342764"/>
          </a:xfrm>
        </p:grpSpPr>
        <p:sp>
          <p:nvSpPr>
            <p:cNvPr id="47" name="椭圆 46">
              <a:extLst>
                <a:ext uri="{FF2B5EF4-FFF2-40B4-BE49-F238E27FC236}">
                  <a16:creationId xmlns:a16="http://schemas.microsoft.com/office/drawing/2014/main" id="{E3BF3175-9BC8-4E76-8B89-97FB03BB8263}"/>
                </a:ext>
              </a:extLst>
            </p:cNvPr>
            <p:cNvSpPr/>
            <p:nvPr/>
          </p:nvSpPr>
          <p:spPr>
            <a:xfrm>
              <a:off x="6542850" y="5875923"/>
              <a:ext cx="342764" cy="342764"/>
            </a:xfrm>
            <a:prstGeom prst="ellipse">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48" name="组合 47">
              <a:extLst>
                <a:ext uri="{FF2B5EF4-FFF2-40B4-BE49-F238E27FC236}">
                  <a16:creationId xmlns:a16="http://schemas.microsoft.com/office/drawing/2014/main" id="{C06505D0-EA39-41E4-9510-2423A2335B4A}"/>
                </a:ext>
              </a:extLst>
            </p:cNvPr>
            <p:cNvGrpSpPr/>
            <p:nvPr/>
          </p:nvGrpSpPr>
          <p:grpSpPr>
            <a:xfrm>
              <a:off x="6626221" y="5960251"/>
              <a:ext cx="200055" cy="198141"/>
              <a:chOff x="5767388" y="3098800"/>
              <a:chExt cx="663575" cy="657225"/>
            </a:xfrm>
            <a:solidFill>
              <a:schemeClr val="accent1"/>
            </a:solidFill>
          </p:grpSpPr>
          <p:sp>
            <p:nvSpPr>
              <p:cNvPr id="49" name="Freeform 253">
                <a:extLst>
                  <a:ext uri="{FF2B5EF4-FFF2-40B4-BE49-F238E27FC236}">
                    <a16:creationId xmlns:a16="http://schemas.microsoft.com/office/drawing/2014/main" id="{D42B857E-69FF-447F-9286-4AAD220504FC}"/>
                  </a:ext>
                </a:extLst>
              </p:cNvPr>
              <p:cNvSpPr>
                <a:spLocks noEditPoints="1"/>
              </p:cNvSpPr>
              <p:nvPr/>
            </p:nvSpPr>
            <p:spPr bwMode="auto">
              <a:xfrm>
                <a:off x="5767388" y="3098800"/>
                <a:ext cx="663575" cy="519113"/>
              </a:xfrm>
              <a:custGeom>
                <a:avLst/>
                <a:gdLst>
                  <a:gd name="T0" fmla="*/ 165 w 174"/>
                  <a:gd name="T1" fmla="*/ 0 h 136"/>
                  <a:gd name="T2" fmla="*/ 9 w 174"/>
                  <a:gd name="T3" fmla="*/ 0 h 136"/>
                  <a:gd name="T4" fmla="*/ 0 w 174"/>
                  <a:gd name="T5" fmla="*/ 9 h 136"/>
                  <a:gd name="T6" fmla="*/ 0 w 174"/>
                  <a:gd name="T7" fmla="*/ 128 h 136"/>
                  <a:gd name="T8" fmla="*/ 9 w 174"/>
                  <a:gd name="T9" fmla="*/ 136 h 136"/>
                  <a:gd name="T10" fmla="*/ 50 w 174"/>
                  <a:gd name="T11" fmla="*/ 136 h 136"/>
                  <a:gd name="T12" fmla="*/ 41 w 174"/>
                  <a:gd name="T13" fmla="*/ 121 h 136"/>
                  <a:gd name="T14" fmla="*/ 17 w 174"/>
                  <a:gd name="T15" fmla="*/ 121 h 136"/>
                  <a:gd name="T16" fmla="*/ 17 w 174"/>
                  <a:gd name="T17" fmla="*/ 16 h 136"/>
                  <a:gd name="T18" fmla="*/ 157 w 174"/>
                  <a:gd name="T19" fmla="*/ 16 h 136"/>
                  <a:gd name="T20" fmla="*/ 157 w 174"/>
                  <a:gd name="T21" fmla="*/ 121 h 136"/>
                  <a:gd name="T22" fmla="*/ 133 w 174"/>
                  <a:gd name="T23" fmla="*/ 121 h 136"/>
                  <a:gd name="T24" fmla="*/ 133 w 174"/>
                  <a:gd name="T25" fmla="*/ 127 h 136"/>
                  <a:gd name="T26" fmla="*/ 131 w 174"/>
                  <a:gd name="T27" fmla="*/ 136 h 136"/>
                  <a:gd name="T28" fmla="*/ 165 w 174"/>
                  <a:gd name="T29" fmla="*/ 136 h 136"/>
                  <a:gd name="T30" fmla="*/ 174 w 174"/>
                  <a:gd name="T31" fmla="*/ 128 h 136"/>
                  <a:gd name="T32" fmla="*/ 174 w 174"/>
                  <a:gd name="T33" fmla="*/ 9 h 136"/>
                  <a:gd name="T34" fmla="*/ 165 w 174"/>
                  <a:gd name="T35" fmla="*/ 0 h 136"/>
                  <a:gd name="T36" fmla="*/ 8 w 174"/>
                  <a:gd name="T37" fmla="*/ 74 h 136"/>
                  <a:gd name="T38" fmla="*/ 3 w 174"/>
                  <a:gd name="T39" fmla="*/ 68 h 136"/>
                  <a:gd name="T40" fmla="*/ 8 w 174"/>
                  <a:gd name="T41" fmla="*/ 63 h 136"/>
                  <a:gd name="T42" fmla="*/ 14 w 174"/>
                  <a:gd name="T43" fmla="*/ 68 h 136"/>
                  <a:gd name="T44" fmla="*/ 8 w 174"/>
                  <a:gd name="T45" fmla="*/ 74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74" h="136">
                    <a:moveTo>
                      <a:pt x="165" y="0"/>
                    </a:moveTo>
                    <a:cubicBezTo>
                      <a:pt x="9" y="0"/>
                      <a:pt x="9" y="0"/>
                      <a:pt x="9" y="0"/>
                    </a:cubicBezTo>
                    <a:cubicBezTo>
                      <a:pt x="4" y="0"/>
                      <a:pt x="0" y="4"/>
                      <a:pt x="0" y="9"/>
                    </a:cubicBezTo>
                    <a:cubicBezTo>
                      <a:pt x="0" y="128"/>
                      <a:pt x="0" y="128"/>
                      <a:pt x="0" y="128"/>
                    </a:cubicBezTo>
                    <a:cubicBezTo>
                      <a:pt x="0" y="132"/>
                      <a:pt x="4" y="136"/>
                      <a:pt x="9" y="136"/>
                    </a:cubicBezTo>
                    <a:cubicBezTo>
                      <a:pt x="50" y="136"/>
                      <a:pt x="50" y="136"/>
                      <a:pt x="50" y="136"/>
                    </a:cubicBezTo>
                    <a:cubicBezTo>
                      <a:pt x="46" y="131"/>
                      <a:pt x="43" y="126"/>
                      <a:pt x="41" y="121"/>
                    </a:cubicBezTo>
                    <a:cubicBezTo>
                      <a:pt x="17" y="121"/>
                      <a:pt x="17" y="121"/>
                      <a:pt x="17" y="121"/>
                    </a:cubicBezTo>
                    <a:cubicBezTo>
                      <a:pt x="17" y="16"/>
                      <a:pt x="17" y="16"/>
                      <a:pt x="17" y="16"/>
                    </a:cubicBezTo>
                    <a:cubicBezTo>
                      <a:pt x="157" y="16"/>
                      <a:pt x="157" y="16"/>
                      <a:pt x="157" y="16"/>
                    </a:cubicBezTo>
                    <a:cubicBezTo>
                      <a:pt x="157" y="121"/>
                      <a:pt x="157" y="121"/>
                      <a:pt x="157" y="121"/>
                    </a:cubicBezTo>
                    <a:cubicBezTo>
                      <a:pt x="133" y="121"/>
                      <a:pt x="133" y="121"/>
                      <a:pt x="133" y="121"/>
                    </a:cubicBezTo>
                    <a:cubicBezTo>
                      <a:pt x="133" y="127"/>
                      <a:pt x="133" y="127"/>
                      <a:pt x="133" y="127"/>
                    </a:cubicBezTo>
                    <a:cubicBezTo>
                      <a:pt x="133" y="130"/>
                      <a:pt x="132" y="133"/>
                      <a:pt x="131" y="136"/>
                    </a:cubicBezTo>
                    <a:cubicBezTo>
                      <a:pt x="165" y="136"/>
                      <a:pt x="165" y="136"/>
                      <a:pt x="165" y="136"/>
                    </a:cubicBezTo>
                    <a:cubicBezTo>
                      <a:pt x="170" y="136"/>
                      <a:pt x="174" y="132"/>
                      <a:pt x="174" y="128"/>
                    </a:cubicBezTo>
                    <a:cubicBezTo>
                      <a:pt x="174" y="9"/>
                      <a:pt x="174" y="9"/>
                      <a:pt x="174" y="9"/>
                    </a:cubicBezTo>
                    <a:cubicBezTo>
                      <a:pt x="174" y="4"/>
                      <a:pt x="170" y="0"/>
                      <a:pt x="165" y="0"/>
                    </a:cubicBezTo>
                    <a:close/>
                    <a:moveTo>
                      <a:pt x="8" y="74"/>
                    </a:moveTo>
                    <a:cubicBezTo>
                      <a:pt x="5" y="74"/>
                      <a:pt x="3" y="71"/>
                      <a:pt x="3" y="68"/>
                    </a:cubicBezTo>
                    <a:cubicBezTo>
                      <a:pt x="3" y="65"/>
                      <a:pt x="5" y="63"/>
                      <a:pt x="8" y="63"/>
                    </a:cubicBezTo>
                    <a:cubicBezTo>
                      <a:pt x="11" y="63"/>
                      <a:pt x="14" y="65"/>
                      <a:pt x="14" y="68"/>
                    </a:cubicBezTo>
                    <a:cubicBezTo>
                      <a:pt x="14" y="71"/>
                      <a:pt x="11" y="74"/>
                      <a:pt x="8"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50" name="Freeform 254">
                <a:extLst>
                  <a:ext uri="{FF2B5EF4-FFF2-40B4-BE49-F238E27FC236}">
                    <a16:creationId xmlns:a16="http://schemas.microsoft.com/office/drawing/2014/main" id="{0C92A0B8-18D5-496D-A0F7-C493E6DF8C99}"/>
                  </a:ext>
                </a:extLst>
              </p:cNvPr>
              <p:cNvSpPr/>
              <p:nvPr/>
            </p:nvSpPr>
            <p:spPr bwMode="auto">
              <a:xfrm>
                <a:off x="5913438" y="3235325"/>
                <a:ext cx="334963" cy="520700"/>
              </a:xfrm>
              <a:custGeom>
                <a:avLst/>
                <a:gdLst>
                  <a:gd name="T0" fmla="*/ 88 w 88"/>
                  <a:gd name="T1" fmla="*/ 72 h 136"/>
                  <a:gd name="T2" fmla="*/ 88 w 88"/>
                  <a:gd name="T3" fmla="*/ 69 h 136"/>
                  <a:gd name="T4" fmla="*/ 88 w 88"/>
                  <a:gd name="T5" fmla="*/ 47 h 136"/>
                  <a:gd name="T6" fmla="*/ 81 w 88"/>
                  <a:gd name="T7" fmla="*/ 40 h 136"/>
                  <a:gd name="T8" fmla="*/ 73 w 88"/>
                  <a:gd name="T9" fmla="*/ 47 h 136"/>
                  <a:gd name="T10" fmla="*/ 73 w 88"/>
                  <a:gd name="T11" fmla="*/ 49 h 136"/>
                  <a:gd name="T12" fmla="*/ 72 w 88"/>
                  <a:gd name="T13" fmla="*/ 48 h 136"/>
                  <a:gd name="T14" fmla="*/ 72 w 88"/>
                  <a:gd name="T15" fmla="*/ 37 h 136"/>
                  <a:gd name="T16" fmla="*/ 64 w 88"/>
                  <a:gd name="T17" fmla="*/ 30 h 136"/>
                  <a:gd name="T18" fmla="*/ 57 w 88"/>
                  <a:gd name="T19" fmla="*/ 37 h 136"/>
                  <a:gd name="T20" fmla="*/ 57 w 88"/>
                  <a:gd name="T21" fmla="*/ 43 h 136"/>
                  <a:gd name="T22" fmla="*/ 55 w 88"/>
                  <a:gd name="T23" fmla="*/ 43 h 136"/>
                  <a:gd name="T24" fmla="*/ 55 w 88"/>
                  <a:gd name="T25" fmla="*/ 31 h 136"/>
                  <a:gd name="T26" fmla="*/ 48 w 88"/>
                  <a:gd name="T27" fmla="*/ 24 h 136"/>
                  <a:gd name="T28" fmla="*/ 40 w 88"/>
                  <a:gd name="T29" fmla="*/ 31 h 136"/>
                  <a:gd name="T30" fmla="*/ 40 w 88"/>
                  <a:gd name="T31" fmla="*/ 40 h 136"/>
                  <a:gd name="T32" fmla="*/ 38 w 88"/>
                  <a:gd name="T33" fmla="*/ 41 h 136"/>
                  <a:gd name="T34" fmla="*/ 38 w 88"/>
                  <a:gd name="T35" fmla="*/ 7 h 136"/>
                  <a:gd name="T36" fmla="*/ 31 w 88"/>
                  <a:gd name="T37" fmla="*/ 0 h 136"/>
                  <a:gd name="T38" fmla="*/ 24 w 88"/>
                  <a:gd name="T39" fmla="*/ 7 h 136"/>
                  <a:gd name="T40" fmla="*/ 24 w 88"/>
                  <a:gd name="T41" fmla="*/ 67 h 136"/>
                  <a:gd name="T42" fmla="*/ 22 w 88"/>
                  <a:gd name="T43" fmla="*/ 56 h 136"/>
                  <a:gd name="T44" fmla="*/ 8 w 88"/>
                  <a:gd name="T45" fmla="*/ 40 h 136"/>
                  <a:gd name="T46" fmla="*/ 1 w 88"/>
                  <a:gd name="T47" fmla="*/ 46 h 136"/>
                  <a:gd name="T48" fmla="*/ 8 w 88"/>
                  <a:gd name="T49" fmla="*/ 73 h 136"/>
                  <a:gd name="T50" fmla="*/ 20 w 88"/>
                  <a:gd name="T51" fmla="*/ 98 h 136"/>
                  <a:gd name="T52" fmla="*/ 22 w 88"/>
                  <a:gd name="T53" fmla="*/ 101 h 136"/>
                  <a:gd name="T54" fmla="*/ 32 w 88"/>
                  <a:gd name="T55" fmla="*/ 111 h 136"/>
                  <a:gd name="T56" fmla="*/ 32 w 88"/>
                  <a:gd name="T57" fmla="*/ 136 h 136"/>
                  <a:gd name="T58" fmla="*/ 81 w 88"/>
                  <a:gd name="T59" fmla="*/ 136 h 136"/>
                  <a:gd name="T60" fmla="*/ 81 w 88"/>
                  <a:gd name="T61" fmla="*/ 110 h 136"/>
                  <a:gd name="T62" fmla="*/ 87 w 88"/>
                  <a:gd name="T63" fmla="*/ 91 h 136"/>
                  <a:gd name="T64" fmla="*/ 88 w 88"/>
                  <a:gd name="T65" fmla="*/ 72 h 136"/>
                  <a:gd name="T66" fmla="*/ 88 w 88"/>
                  <a:gd name="T67" fmla="*/ 72 h 136"/>
                  <a:gd name="T68" fmla="*/ 88 w 88"/>
                  <a:gd name="T69" fmla="*/ 72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88" h="136">
                    <a:moveTo>
                      <a:pt x="88" y="72"/>
                    </a:moveTo>
                    <a:cubicBezTo>
                      <a:pt x="88" y="71"/>
                      <a:pt x="88" y="70"/>
                      <a:pt x="88" y="69"/>
                    </a:cubicBezTo>
                    <a:cubicBezTo>
                      <a:pt x="88" y="47"/>
                      <a:pt x="88" y="47"/>
                      <a:pt x="88" y="47"/>
                    </a:cubicBezTo>
                    <a:cubicBezTo>
                      <a:pt x="88" y="43"/>
                      <a:pt x="85" y="40"/>
                      <a:pt x="81" y="40"/>
                    </a:cubicBezTo>
                    <a:cubicBezTo>
                      <a:pt x="77" y="40"/>
                      <a:pt x="73" y="43"/>
                      <a:pt x="73" y="47"/>
                    </a:cubicBezTo>
                    <a:cubicBezTo>
                      <a:pt x="73" y="49"/>
                      <a:pt x="73" y="49"/>
                      <a:pt x="73" y="49"/>
                    </a:cubicBezTo>
                    <a:cubicBezTo>
                      <a:pt x="73" y="49"/>
                      <a:pt x="72" y="48"/>
                      <a:pt x="72" y="48"/>
                    </a:cubicBezTo>
                    <a:cubicBezTo>
                      <a:pt x="72" y="37"/>
                      <a:pt x="72" y="37"/>
                      <a:pt x="72" y="37"/>
                    </a:cubicBezTo>
                    <a:cubicBezTo>
                      <a:pt x="72" y="33"/>
                      <a:pt x="68" y="30"/>
                      <a:pt x="64" y="30"/>
                    </a:cubicBezTo>
                    <a:cubicBezTo>
                      <a:pt x="60" y="30"/>
                      <a:pt x="57" y="33"/>
                      <a:pt x="57" y="37"/>
                    </a:cubicBezTo>
                    <a:cubicBezTo>
                      <a:pt x="57" y="43"/>
                      <a:pt x="57" y="43"/>
                      <a:pt x="57" y="43"/>
                    </a:cubicBezTo>
                    <a:cubicBezTo>
                      <a:pt x="56" y="43"/>
                      <a:pt x="56" y="43"/>
                      <a:pt x="55" y="43"/>
                    </a:cubicBezTo>
                    <a:cubicBezTo>
                      <a:pt x="55" y="31"/>
                      <a:pt x="55" y="31"/>
                      <a:pt x="55" y="31"/>
                    </a:cubicBezTo>
                    <a:cubicBezTo>
                      <a:pt x="55" y="27"/>
                      <a:pt x="52" y="24"/>
                      <a:pt x="48" y="24"/>
                    </a:cubicBezTo>
                    <a:cubicBezTo>
                      <a:pt x="44" y="24"/>
                      <a:pt x="40" y="27"/>
                      <a:pt x="40" y="31"/>
                    </a:cubicBezTo>
                    <a:cubicBezTo>
                      <a:pt x="40" y="40"/>
                      <a:pt x="40" y="40"/>
                      <a:pt x="40" y="40"/>
                    </a:cubicBezTo>
                    <a:cubicBezTo>
                      <a:pt x="40" y="40"/>
                      <a:pt x="39" y="40"/>
                      <a:pt x="38" y="41"/>
                    </a:cubicBezTo>
                    <a:cubicBezTo>
                      <a:pt x="38" y="7"/>
                      <a:pt x="38" y="7"/>
                      <a:pt x="38" y="7"/>
                    </a:cubicBezTo>
                    <a:cubicBezTo>
                      <a:pt x="38" y="3"/>
                      <a:pt x="35" y="0"/>
                      <a:pt x="31" y="0"/>
                    </a:cubicBezTo>
                    <a:cubicBezTo>
                      <a:pt x="27" y="0"/>
                      <a:pt x="24" y="3"/>
                      <a:pt x="24" y="7"/>
                    </a:cubicBezTo>
                    <a:cubicBezTo>
                      <a:pt x="24" y="67"/>
                      <a:pt x="24" y="67"/>
                      <a:pt x="24" y="67"/>
                    </a:cubicBezTo>
                    <a:cubicBezTo>
                      <a:pt x="22" y="63"/>
                      <a:pt x="22" y="59"/>
                      <a:pt x="22" y="56"/>
                    </a:cubicBezTo>
                    <a:cubicBezTo>
                      <a:pt x="19" y="44"/>
                      <a:pt x="12" y="39"/>
                      <a:pt x="8" y="40"/>
                    </a:cubicBezTo>
                    <a:cubicBezTo>
                      <a:pt x="7" y="40"/>
                      <a:pt x="0" y="43"/>
                      <a:pt x="1" y="46"/>
                    </a:cubicBezTo>
                    <a:cubicBezTo>
                      <a:pt x="2" y="48"/>
                      <a:pt x="7" y="60"/>
                      <a:pt x="8" y="73"/>
                    </a:cubicBezTo>
                    <a:cubicBezTo>
                      <a:pt x="8" y="82"/>
                      <a:pt x="14" y="91"/>
                      <a:pt x="20" y="98"/>
                    </a:cubicBezTo>
                    <a:cubicBezTo>
                      <a:pt x="20" y="99"/>
                      <a:pt x="21" y="100"/>
                      <a:pt x="22" y="101"/>
                    </a:cubicBezTo>
                    <a:cubicBezTo>
                      <a:pt x="32" y="111"/>
                      <a:pt x="32" y="111"/>
                      <a:pt x="32" y="111"/>
                    </a:cubicBezTo>
                    <a:cubicBezTo>
                      <a:pt x="32" y="136"/>
                      <a:pt x="32" y="136"/>
                      <a:pt x="32" y="136"/>
                    </a:cubicBezTo>
                    <a:cubicBezTo>
                      <a:pt x="81" y="136"/>
                      <a:pt x="81" y="136"/>
                      <a:pt x="81" y="136"/>
                    </a:cubicBezTo>
                    <a:cubicBezTo>
                      <a:pt x="81" y="110"/>
                      <a:pt x="81" y="110"/>
                      <a:pt x="81" y="110"/>
                    </a:cubicBezTo>
                    <a:cubicBezTo>
                      <a:pt x="85" y="104"/>
                      <a:pt x="87" y="97"/>
                      <a:pt x="87" y="91"/>
                    </a:cubicBezTo>
                    <a:cubicBezTo>
                      <a:pt x="88" y="85"/>
                      <a:pt x="88" y="78"/>
                      <a:pt x="88" y="72"/>
                    </a:cubicBezTo>
                    <a:cubicBezTo>
                      <a:pt x="88" y="72"/>
                      <a:pt x="88" y="72"/>
                      <a:pt x="88" y="72"/>
                    </a:cubicBezTo>
                    <a:cubicBezTo>
                      <a:pt x="88" y="72"/>
                      <a:pt x="88" y="72"/>
                      <a:pt x="88" y="7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grpSp>
      </p:grpSp>
      <p:grpSp>
        <p:nvGrpSpPr>
          <p:cNvPr id="51" name="组合 50">
            <a:extLst>
              <a:ext uri="{FF2B5EF4-FFF2-40B4-BE49-F238E27FC236}">
                <a16:creationId xmlns:a16="http://schemas.microsoft.com/office/drawing/2014/main" id="{28A69667-C074-4130-B878-C9696CB90B22}"/>
              </a:ext>
            </a:extLst>
          </p:cNvPr>
          <p:cNvGrpSpPr/>
          <p:nvPr/>
        </p:nvGrpSpPr>
        <p:grpSpPr>
          <a:xfrm>
            <a:off x="7161083" y="5875923"/>
            <a:ext cx="342764" cy="342764"/>
            <a:chOff x="7161082" y="5875923"/>
            <a:chExt cx="342764" cy="342764"/>
          </a:xfrm>
        </p:grpSpPr>
        <p:sp>
          <p:nvSpPr>
            <p:cNvPr id="52" name="椭圆 51">
              <a:extLst>
                <a:ext uri="{FF2B5EF4-FFF2-40B4-BE49-F238E27FC236}">
                  <a16:creationId xmlns:a16="http://schemas.microsoft.com/office/drawing/2014/main" id="{091EA3C8-07DE-4A3E-9DF5-7E464F3C9B28}"/>
                </a:ext>
              </a:extLst>
            </p:cNvPr>
            <p:cNvSpPr/>
            <p:nvPr/>
          </p:nvSpPr>
          <p:spPr>
            <a:xfrm>
              <a:off x="7161082" y="5875923"/>
              <a:ext cx="342764" cy="342764"/>
            </a:xfrm>
            <a:prstGeom prst="ellipse">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53" name="组合 52">
              <a:extLst>
                <a:ext uri="{FF2B5EF4-FFF2-40B4-BE49-F238E27FC236}">
                  <a16:creationId xmlns:a16="http://schemas.microsoft.com/office/drawing/2014/main" id="{1366B173-583E-4E60-8585-FBA0D99DD8AA}"/>
                </a:ext>
              </a:extLst>
            </p:cNvPr>
            <p:cNvGrpSpPr>
              <a:grpSpLocks noChangeAspect="1"/>
            </p:cNvGrpSpPr>
            <p:nvPr/>
          </p:nvGrpSpPr>
          <p:grpSpPr>
            <a:xfrm flipH="1">
              <a:off x="7229508" y="5947390"/>
              <a:ext cx="205911" cy="199830"/>
              <a:chOff x="5719763" y="3063875"/>
              <a:chExt cx="752475" cy="730250"/>
            </a:xfrm>
            <a:solidFill>
              <a:schemeClr val="accent1"/>
            </a:solidFill>
          </p:grpSpPr>
          <p:sp>
            <p:nvSpPr>
              <p:cNvPr id="54" name="Oval 154">
                <a:extLst>
                  <a:ext uri="{FF2B5EF4-FFF2-40B4-BE49-F238E27FC236}">
                    <a16:creationId xmlns:a16="http://schemas.microsoft.com/office/drawing/2014/main" id="{F6500758-755F-441D-A869-1DE3F4A31344}"/>
                  </a:ext>
                </a:extLst>
              </p:cNvPr>
              <p:cNvSpPr>
                <a:spLocks noChangeArrowheads="1"/>
              </p:cNvSpPr>
              <p:nvPr/>
            </p:nvSpPr>
            <p:spPr bwMode="auto">
              <a:xfrm>
                <a:off x="6161088" y="3098800"/>
                <a:ext cx="95250" cy="11747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55" name="Rectangle 155">
                <a:extLst>
                  <a:ext uri="{FF2B5EF4-FFF2-40B4-BE49-F238E27FC236}">
                    <a16:creationId xmlns:a16="http://schemas.microsoft.com/office/drawing/2014/main" id="{513FA4C5-B132-4E85-B0EA-D9556FBF1EFD}"/>
                  </a:ext>
                </a:extLst>
              </p:cNvPr>
              <p:cNvSpPr>
                <a:spLocks noChangeArrowheads="1"/>
              </p:cNvSpPr>
              <p:nvPr/>
            </p:nvSpPr>
            <p:spPr bwMode="auto">
              <a:xfrm>
                <a:off x="6210301" y="3387725"/>
                <a:ext cx="1588"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56" name="Freeform 156">
                <a:extLst>
                  <a:ext uri="{FF2B5EF4-FFF2-40B4-BE49-F238E27FC236}">
                    <a16:creationId xmlns:a16="http://schemas.microsoft.com/office/drawing/2014/main" id="{9122EC7F-A774-4371-87EE-B46FD6FC412C}"/>
                  </a:ext>
                </a:extLst>
              </p:cNvPr>
              <p:cNvSpPr/>
              <p:nvPr/>
            </p:nvSpPr>
            <p:spPr bwMode="auto">
              <a:xfrm>
                <a:off x="6191251" y="3235325"/>
                <a:ext cx="33338" cy="33338"/>
              </a:xfrm>
              <a:custGeom>
                <a:avLst/>
                <a:gdLst>
                  <a:gd name="T0" fmla="*/ 17 w 21"/>
                  <a:gd name="T1" fmla="*/ 0 h 21"/>
                  <a:gd name="T2" fmla="*/ 21 w 21"/>
                  <a:gd name="T3" fmla="*/ 12 h 21"/>
                  <a:gd name="T4" fmla="*/ 12 w 21"/>
                  <a:gd name="T5" fmla="*/ 21 h 21"/>
                  <a:gd name="T6" fmla="*/ 0 w 21"/>
                  <a:gd name="T7" fmla="*/ 12 h 21"/>
                  <a:gd name="T8" fmla="*/ 5 w 21"/>
                  <a:gd name="T9" fmla="*/ 0 h 21"/>
                  <a:gd name="T10" fmla="*/ 17 w 21"/>
                  <a:gd name="T11" fmla="*/ 0 h 21"/>
                </a:gdLst>
                <a:ahLst/>
                <a:cxnLst>
                  <a:cxn ang="0">
                    <a:pos x="T0" y="T1"/>
                  </a:cxn>
                  <a:cxn ang="0">
                    <a:pos x="T2" y="T3"/>
                  </a:cxn>
                  <a:cxn ang="0">
                    <a:pos x="T4" y="T5"/>
                  </a:cxn>
                  <a:cxn ang="0">
                    <a:pos x="T6" y="T7"/>
                  </a:cxn>
                  <a:cxn ang="0">
                    <a:pos x="T8" y="T9"/>
                  </a:cxn>
                  <a:cxn ang="0">
                    <a:pos x="T10" y="T11"/>
                  </a:cxn>
                </a:cxnLst>
                <a:rect l="0" t="0" r="r" b="b"/>
                <a:pathLst>
                  <a:path w="21" h="21">
                    <a:moveTo>
                      <a:pt x="17" y="0"/>
                    </a:moveTo>
                    <a:lnTo>
                      <a:pt x="21" y="12"/>
                    </a:lnTo>
                    <a:lnTo>
                      <a:pt x="12" y="21"/>
                    </a:lnTo>
                    <a:lnTo>
                      <a:pt x="0" y="12"/>
                    </a:lnTo>
                    <a:lnTo>
                      <a:pt x="5" y="0"/>
                    </a:lnTo>
                    <a:lnTo>
                      <a:pt x="17"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57" name="Freeform 157">
                <a:extLst>
                  <a:ext uri="{FF2B5EF4-FFF2-40B4-BE49-F238E27FC236}">
                    <a16:creationId xmlns:a16="http://schemas.microsoft.com/office/drawing/2014/main" id="{9864FA0E-B9E6-4786-8FF4-750C43E41132}"/>
                  </a:ext>
                </a:extLst>
              </p:cNvPr>
              <p:cNvSpPr/>
              <p:nvPr/>
            </p:nvSpPr>
            <p:spPr bwMode="auto">
              <a:xfrm>
                <a:off x="6191251" y="3257550"/>
                <a:ext cx="33338" cy="141288"/>
              </a:xfrm>
              <a:custGeom>
                <a:avLst/>
                <a:gdLst>
                  <a:gd name="T0" fmla="*/ 19 w 21"/>
                  <a:gd name="T1" fmla="*/ 0 h 89"/>
                  <a:gd name="T2" fmla="*/ 21 w 21"/>
                  <a:gd name="T3" fmla="*/ 82 h 89"/>
                  <a:gd name="T4" fmla="*/ 12 w 21"/>
                  <a:gd name="T5" fmla="*/ 89 h 89"/>
                  <a:gd name="T6" fmla="*/ 0 w 21"/>
                  <a:gd name="T7" fmla="*/ 82 h 89"/>
                  <a:gd name="T8" fmla="*/ 5 w 21"/>
                  <a:gd name="T9" fmla="*/ 0 h 89"/>
                  <a:gd name="T10" fmla="*/ 19 w 21"/>
                  <a:gd name="T11" fmla="*/ 0 h 89"/>
                </a:gdLst>
                <a:ahLst/>
                <a:cxnLst>
                  <a:cxn ang="0">
                    <a:pos x="T0" y="T1"/>
                  </a:cxn>
                  <a:cxn ang="0">
                    <a:pos x="T2" y="T3"/>
                  </a:cxn>
                  <a:cxn ang="0">
                    <a:pos x="T4" y="T5"/>
                  </a:cxn>
                  <a:cxn ang="0">
                    <a:pos x="T6" y="T7"/>
                  </a:cxn>
                  <a:cxn ang="0">
                    <a:pos x="T8" y="T9"/>
                  </a:cxn>
                  <a:cxn ang="0">
                    <a:pos x="T10" y="T11"/>
                  </a:cxn>
                </a:cxnLst>
                <a:rect l="0" t="0" r="r" b="b"/>
                <a:pathLst>
                  <a:path w="21" h="89">
                    <a:moveTo>
                      <a:pt x="19" y="0"/>
                    </a:moveTo>
                    <a:lnTo>
                      <a:pt x="21" y="82"/>
                    </a:lnTo>
                    <a:lnTo>
                      <a:pt x="12" y="89"/>
                    </a:lnTo>
                    <a:lnTo>
                      <a:pt x="0" y="82"/>
                    </a:lnTo>
                    <a:lnTo>
                      <a:pt x="5" y="0"/>
                    </a:lnTo>
                    <a:lnTo>
                      <a:pt x="1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58" name="Oval 158">
                <a:extLst>
                  <a:ext uri="{FF2B5EF4-FFF2-40B4-BE49-F238E27FC236}">
                    <a16:creationId xmlns:a16="http://schemas.microsoft.com/office/drawing/2014/main" id="{B28841C7-9E82-4417-99BB-F92212E43B5E}"/>
                  </a:ext>
                </a:extLst>
              </p:cNvPr>
              <p:cNvSpPr>
                <a:spLocks noChangeArrowheads="1"/>
              </p:cNvSpPr>
              <p:nvPr/>
            </p:nvSpPr>
            <p:spPr bwMode="auto">
              <a:xfrm>
                <a:off x="5856288" y="3063875"/>
                <a:ext cx="111125" cy="13335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59" name="Rectangle 159">
                <a:extLst>
                  <a:ext uri="{FF2B5EF4-FFF2-40B4-BE49-F238E27FC236}">
                    <a16:creationId xmlns:a16="http://schemas.microsoft.com/office/drawing/2014/main" id="{EDE2B556-B937-4681-8F4D-5D6729C0112F}"/>
                  </a:ext>
                </a:extLst>
              </p:cNvPr>
              <p:cNvSpPr>
                <a:spLocks noChangeArrowheads="1"/>
              </p:cNvSpPr>
              <p:nvPr/>
            </p:nvSpPr>
            <p:spPr bwMode="auto">
              <a:xfrm>
                <a:off x="5913438" y="3387725"/>
                <a:ext cx="1588"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60" name="Freeform 160">
                <a:extLst>
                  <a:ext uri="{FF2B5EF4-FFF2-40B4-BE49-F238E27FC236}">
                    <a16:creationId xmlns:a16="http://schemas.microsoft.com/office/drawing/2014/main" id="{B91E5A24-C608-4095-A701-FE7CE461A55E}"/>
                  </a:ext>
                </a:extLst>
              </p:cNvPr>
              <p:cNvSpPr/>
              <p:nvPr/>
            </p:nvSpPr>
            <p:spPr bwMode="auto">
              <a:xfrm>
                <a:off x="5722938" y="3322638"/>
                <a:ext cx="0" cy="3175"/>
              </a:xfrm>
              <a:custGeom>
                <a:avLst/>
                <a:gdLst>
                  <a:gd name="T0" fmla="*/ 1 h 1"/>
                  <a:gd name="T1" fmla="*/ 1 h 1"/>
                  <a:gd name="T2" fmla="*/ 1 h 1"/>
                </a:gdLst>
                <a:ahLst/>
                <a:cxnLst>
                  <a:cxn ang="0">
                    <a:pos x="0" y="T0"/>
                  </a:cxn>
                  <a:cxn ang="0">
                    <a:pos x="0" y="T1"/>
                  </a:cxn>
                  <a:cxn ang="0">
                    <a:pos x="0" y="T2"/>
                  </a:cxn>
                </a:cxnLst>
                <a:rect l="0" t="0" r="r" b="b"/>
                <a:pathLst>
                  <a:path h="1">
                    <a:moveTo>
                      <a:pt x="0" y="1"/>
                    </a:moveTo>
                    <a:cubicBezTo>
                      <a:pt x="0" y="1"/>
                      <a:pt x="0" y="1"/>
                      <a:pt x="0" y="1"/>
                    </a:cubicBezTo>
                    <a:cubicBezTo>
                      <a:pt x="0" y="0"/>
                      <a:pt x="0"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61" name="Rectangle 161">
                <a:extLst>
                  <a:ext uri="{FF2B5EF4-FFF2-40B4-BE49-F238E27FC236}">
                    <a16:creationId xmlns:a16="http://schemas.microsoft.com/office/drawing/2014/main" id="{933295DC-B98B-4C5B-A4DA-02FB61541B8B}"/>
                  </a:ext>
                </a:extLst>
              </p:cNvPr>
              <p:cNvSpPr>
                <a:spLocks noChangeArrowheads="1"/>
              </p:cNvSpPr>
              <p:nvPr/>
            </p:nvSpPr>
            <p:spPr bwMode="auto">
              <a:xfrm>
                <a:off x="5913438" y="3387725"/>
                <a:ext cx="1588"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62" name="Freeform 162">
                <a:extLst>
                  <a:ext uri="{FF2B5EF4-FFF2-40B4-BE49-F238E27FC236}">
                    <a16:creationId xmlns:a16="http://schemas.microsoft.com/office/drawing/2014/main" id="{F1DFDE6F-926B-44F2-B553-04294D280831}"/>
                  </a:ext>
                </a:extLst>
              </p:cNvPr>
              <p:cNvSpPr/>
              <p:nvPr/>
            </p:nvSpPr>
            <p:spPr bwMode="auto">
              <a:xfrm>
                <a:off x="5894388" y="3205163"/>
                <a:ext cx="34925" cy="41275"/>
              </a:xfrm>
              <a:custGeom>
                <a:avLst/>
                <a:gdLst>
                  <a:gd name="T0" fmla="*/ 19 w 22"/>
                  <a:gd name="T1" fmla="*/ 0 h 26"/>
                  <a:gd name="T2" fmla="*/ 22 w 22"/>
                  <a:gd name="T3" fmla="*/ 16 h 26"/>
                  <a:gd name="T4" fmla="*/ 12 w 22"/>
                  <a:gd name="T5" fmla="*/ 26 h 26"/>
                  <a:gd name="T6" fmla="*/ 0 w 22"/>
                  <a:gd name="T7" fmla="*/ 16 h 26"/>
                  <a:gd name="T8" fmla="*/ 5 w 22"/>
                  <a:gd name="T9" fmla="*/ 0 h 26"/>
                  <a:gd name="T10" fmla="*/ 19 w 22"/>
                  <a:gd name="T11" fmla="*/ 0 h 26"/>
                </a:gdLst>
                <a:ahLst/>
                <a:cxnLst>
                  <a:cxn ang="0">
                    <a:pos x="T0" y="T1"/>
                  </a:cxn>
                  <a:cxn ang="0">
                    <a:pos x="T2" y="T3"/>
                  </a:cxn>
                  <a:cxn ang="0">
                    <a:pos x="T4" y="T5"/>
                  </a:cxn>
                  <a:cxn ang="0">
                    <a:pos x="T6" y="T7"/>
                  </a:cxn>
                  <a:cxn ang="0">
                    <a:pos x="T8" y="T9"/>
                  </a:cxn>
                  <a:cxn ang="0">
                    <a:pos x="T10" y="T11"/>
                  </a:cxn>
                </a:cxnLst>
                <a:rect l="0" t="0" r="r" b="b"/>
                <a:pathLst>
                  <a:path w="22" h="26">
                    <a:moveTo>
                      <a:pt x="19" y="0"/>
                    </a:moveTo>
                    <a:lnTo>
                      <a:pt x="22" y="16"/>
                    </a:lnTo>
                    <a:lnTo>
                      <a:pt x="12" y="26"/>
                    </a:lnTo>
                    <a:lnTo>
                      <a:pt x="0" y="16"/>
                    </a:lnTo>
                    <a:lnTo>
                      <a:pt x="5" y="0"/>
                    </a:lnTo>
                    <a:lnTo>
                      <a:pt x="1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63" name="Freeform 163">
                <a:extLst>
                  <a:ext uri="{FF2B5EF4-FFF2-40B4-BE49-F238E27FC236}">
                    <a16:creationId xmlns:a16="http://schemas.microsoft.com/office/drawing/2014/main" id="{B106AAE0-C66A-4689-9FCA-B67ECD001860}"/>
                  </a:ext>
                </a:extLst>
              </p:cNvPr>
              <p:cNvSpPr/>
              <p:nvPr/>
            </p:nvSpPr>
            <p:spPr bwMode="auto">
              <a:xfrm>
                <a:off x="5891213" y="3235325"/>
                <a:ext cx="41275" cy="166688"/>
              </a:xfrm>
              <a:custGeom>
                <a:avLst/>
                <a:gdLst>
                  <a:gd name="T0" fmla="*/ 21 w 26"/>
                  <a:gd name="T1" fmla="*/ 0 h 105"/>
                  <a:gd name="T2" fmla="*/ 26 w 26"/>
                  <a:gd name="T3" fmla="*/ 96 h 105"/>
                  <a:gd name="T4" fmla="*/ 14 w 26"/>
                  <a:gd name="T5" fmla="*/ 105 h 105"/>
                  <a:gd name="T6" fmla="*/ 0 w 26"/>
                  <a:gd name="T7" fmla="*/ 96 h 105"/>
                  <a:gd name="T8" fmla="*/ 4 w 26"/>
                  <a:gd name="T9" fmla="*/ 0 h 105"/>
                  <a:gd name="T10" fmla="*/ 21 w 26"/>
                  <a:gd name="T11" fmla="*/ 0 h 105"/>
                </a:gdLst>
                <a:ahLst/>
                <a:cxnLst>
                  <a:cxn ang="0">
                    <a:pos x="T0" y="T1"/>
                  </a:cxn>
                  <a:cxn ang="0">
                    <a:pos x="T2" y="T3"/>
                  </a:cxn>
                  <a:cxn ang="0">
                    <a:pos x="T4" y="T5"/>
                  </a:cxn>
                  <a:cxn ang="0">
                    <a:pos x="T6" y="T7"/>
                  </a:cxn>
                  <a:cxn ang="0">
                    <a:pos x="T8" y="T9"/>
                  </a:cxn>
                  <a:cxn ang="0">
                    <a:pos x="T10" y="T11"/>
                  </a:cxn>
                </a:cxnLst>
                <a:rect l="0" t="0" r="r" b="b"/>
                <a:pathLst>
                  <a:path w="26" h="105">
                    <a:moveTo>
                      <a:pt x="21" y="0"/>
                    </a:moveTo>
                    <a:lnTo>
                      <a:pt x="26" y="96"/>
                    </a:lnTo>
                    <a:lnTo>
                      <a:pt x="14" y="105"/>
                    </a:lnTo>
                    <a:lnTo>
                      <a:pt x="0" y="96"/>
                    </a:lnTo>
                    <a:lnTo>
                      <a:pt x="4" y="0"/>
                    </a:lnTo>
                    <a:lnTo>
                      <a:pt x="2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64" name="Freeform 164">
                <a:extLst>
                  <a:ext uri="{FF2B5EF4-FFF2-40B4-BE49-F238E27FC236}">
                    <a16:creationId xmlns:a16="http://schemas.microsoft.com/office/drawing/2014/main" id="{C483CAA4-3170-4899-9FBB-3B3F0EAC2678}"/>
                  </a:ext>
                </a:extLst>
              </p:cNvPr>
              <p:cNvSpPr>
                <a:spLocks noEditPoints="1"/>
              </p:cNvSpPr>
              <p:nvPr/>
            </p:nvSpPr>
            <p:spPr bwMode="auto">
              <a:xfrm>
                <a:off x="5719763" y="3211513"/>
                <a:ext cx="373063" cy="547688"/>
              </a:xfrm>
              <a:custGeom>
                <a:avLst/>
                <a:gdLst>
                  <a:gd name="T0" fmla="*/ 60 w 98"/>
                  <a:gd name="T1" fmla="*/ 74 h 144"/>
                  <a:gd name="T2" fmla="*/ 75 w 98"/>
                  <a:gd name="T3" fmla="*/ 57 h 144"/>
                  <a:gd name="T4" fmla="*/ 74 w 98"/>
                  <a:gd name="T5" fmla="*/ 36 h 144"/>
                  <a:gd name="T6" fmla="*/ 77 w 98"/>
                  <a:gd name="T7" fmla="*/ 40 h 144"/>
                  <a:gd name="T8" fmla="*/ 78 w 98"/>
                  <a:gd name="T9" fmla="*/ 57 h 144"/>
                  <a:gd name="T10" fmla="*/ 98 w 98"/>
                  <a:gd name="T11" fmla="*/ 57 h 144"/>
                  <a:gd name="T12" fmla="*/ 92 w 98"/>
                  <a:gd name="T13" fmla="*/ 31 h 144"/>
                  <a:gd name="T14" fmla="*/ 74 w 98"/>
                  <a:gd name="T15" fmla="*/ 4 h 144"/>
                  <a:gd name="T16" fmla="*/ 63 w 98"/>
                  <a:gd name="T17" fmla="*/ 0 h 144"/>
                  <a:gd name="T18" fmla="*/ 63 w 98"/>
                  <a:gd name="T19" fmla="*/ 0 h 144"/>
                  <a:gd name="T20" fmla="*/ 69 w 98"/>
                  <a:gd name="T21" fmla="*/ 5 h 144"/>
                  <a:gd name="T22" fmla="*/ 61 w 98"/>
                  <a:gd name="T23" fmla="*/ 9 h 144"/>
                  <a:gd name="T24" fmla="*/ 65 w 98"/>
                  <a:gd name="T25" fmla="*/ 15 h 144"/>
                  <a:gd name="T26" fmla="*/ 51 w 98"/>
                  <a:gd name="T27" fmla="*/ 46 h 144"/>
                  <a:gd name="T28" fmla="*/ 51 w 98"/>
                  <a:gd name="T29" fmla="*/ 46 h 144"/>
                  <a:gd name="T30" fmla="*/ 51 w 98"/>
                  <a:gd name="T31" fmla="*/ 46 h 144"/>
                  <a:gd name="T32" fmla="*/ 51 w 98"/>
                  <a:gd name="T33" fmla="*/ 46 h 144"/>
                  <a:gd name="T34" fmla="*/ 51 w 98"/>
                  <a:gd name="T35" fmla="*/ 46 h 144"/>
                  <a:gd name="T36" fmla="*/ 36 w 98"/>
                  <a:gd name="T37" fmla="*/ 15 h 144"/>
                  <a:gd name="T38" fmla="*/ 40 w 98"/>
                  <a:gd name="T39" fmla="*/ 9 h 144"/>
                  <a:gd name="T40" fmla="*/ 33 w 98"/>
                  <a:gd name="T41" fmla="*/ 5 h 144"/>
                  <a:gd name="T42" fmla="*/ 39 w 98"/>
                  <a:gd name="T43" fmla="*/ 0 h 144"/>
                  <a:gd name="T44" fmla="*/ 39 w 98"/>
                  <a:gd name="T45" fmla="*/ 0 h 144"/>
                  <a:gd name="T46" fmla="*/ 31 w 98"/>
                  <a:gd name="T47" fmla="*/ 0 h 144"/>
                  <a:gd name="T48" fmla="*/ 25 w 98"/>
                  <a:gd name="T49" fmla="*/ 3 h 144"/>
                  <a:gd name="T50" fmla="*/ 1 w 98"/>
                  <a:gd name="T51" fmla="*/ 29 h 144"/>
                  <a:gd name="T52" fmla="*/ 1 w 98"/>
                  <a:gd name="T53" fmla="*/ 29 h 144"/>
                  <a:gd name="T54" fmla="*/ 1 w 98"/>
                  <a:gd name="T55" fmla="*/ 30 h 144"/>
                  <a:gd name="T56" fmla="*/ 0 w 98"/>
                  <a:gd name="T57" fmla="*/ 40 h 144"/>
                  <a:gd name="T58" fmla="*/ 0 w 98"/>
                  <a:gd name="T59" fmla="*/ 41 h 144"/>
                  <a:gd name="T60" fmla="*/ 0 w 98"/>
                  <a:gd name="T61" fmla="*/ 42 h 144"/>
                  <a:gd name="T62" fmla="*/ 1 w 98"/>
                  <a:gd name="T63" fmla="*/ 44 h 144"/>
                  <a:gd name="T64" fmla="*/ 3 w 98"/>
                  <a:gd name="T65" fmla="*/ 48 h 144"/>
                  <a:gd name="T66" fmla="*/ 7 w 98"/>
                  <a:gd name="T67" fmla="*/ 55 h 144"/>
                  <a:gd name="T68" fmla="*/ 15 w 98"/>
                  <a:gd name="T69" fmla="*/ 71 h 144"/>
                  <a:gd name="T70" fmla="*/ 26 w 98"/>
                  <a:gd name="T71" fmla="*/ 65 h 144"/>
                  <a:gd name="T72" fmla="*/ 26 w 98"/>
                  <a:gd name="T73" fmla="*/ 75 h 144"/>
                  <a:gd name="T74" fmla="*/ 26 w 98"/>
                  <a:gd name="T75" fmla="*/ 76 h 144"/>
                  <a:gd name="T76" fmla="*/ 28 w 98"/>
                  <a:gd name="T77" fmla="*/ 76 h 144"/>
                  <a:gd name="T78" fmla="*/ 30 w 98"/>
                  <a:gd name="T79" fmla="*/ 144 h 144"/>
                  <a:gd name="T80" fmla="*/ 50 w 98"/>
                  <a:gd name="T81" fmla="*/ 144 h 144"/>
                  <a:gd name="T82" fmla="*/ 50 w 98"/>
                  <a:gd name="T83" fmla="*/ 76 h 144"/>
                  <a:gd name="T84" fmla="*/ 52 w 98"/>
                  <a:gd name="T85" fmla="*/ 76 h 144"/>
                  <a:gd name="T86" fmla="*/ 54 w 98"/>
                  <a:gd name="T87" fmla="*/ 144 h 144"/>
                  <a:gd name="T88" fmla="*/ 60 w 98"/>
                  <a:gd name="T89" fmla="*/ 144 h 144"/>
                  <a:gd name="T90" fmla="*/ 60 w 98"/>
                  <a:gd name="T91" fmla="*/ 74 h 144"/>
                  <a:gd name="T92" fmla="*/ 27 w 98"/>
                  <a:gd name="T93" fmla="*/ 50 h 144"/>
                  <a:gd name="T94" fmla="*/ 24 w 98"/>
                  <a:gd name="T95" fmla="*/ 46 h 144"/>
                  <a:gd name="T96" fmla="*/ 20 w 98"/>
                  <a:gd name="T97" fmla="*/ 39 h 144"/>
                  <a:gd name="T98" fmla="*/ 19 w 98"/>
                  <a:gd name="T99" fmla="*/ 36 h 144"/>
                  <a:gd name="T100" fmla="*/ 27 w 98"/>
                  <a:gd name="T101" fmla="*/ 26 h 144"/>
                  <a:gd name="T102" fmla="*/ 27 w 98"/>
                  <a:gd name="T103" fmla="*/ 50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98" h="144">
                    <a:moveTo>
                      <a:pt x="60" y="74"/>
                    </a:moveTo>
                    <a:cubicBezTo>
                      <a:pt x="60" y="66"/>
                      <a:pt x="66" y="58"/>
                      <a:pt x="75" y="57"/>
                    </a:cubicBezTo>
                    <a:cubicBezTo>
                      <a:pt x="75" y="50"/>
                      <a:pt x="75" y="43"/>
                      <a:pt x="74" y="36"/>
                    </a:cubicBezTo>
                    <a:cubicBezTo>
                      <a:pt x="77" y="40"/>
                      <a:pt x="77" y="40"/>
                      <a:pt x="77" y="40"/>
                    </a:cubicBezTo>
                    <a:cubicBezTo>
                      <a:pt x="78" y="41"/>
                      <a:pt x="78" y="49"/>
                      <a:pt x="78" y="57"/>
                    </a:cubicBezTo>
                    <a:cubicBezTo>
                      <a:pt x="98" y="57"/>
                      <a:pt x="98" y="57"/>
                      <a:pt x="98" y="57"/>
                    </a:cubicBezTo>
                    <a:cubicBezTo>
                      <a:pt x="98" y="50"/>
                      <a:pt x="98" y="43"/>
                      <a:pt x="92" y="31"/>
                    </a:cubicBezTo>
                    <a:cubicBezTo>
                      <a:pt x="74" y="4"/>
                      <a:pt x="74" y="4"/>
                      <a:pt x="74" y="4"/>
                    </a:cubicBezTo>
                    <a:cubicBezTo>
                      <a:pt x="71" y="0"/>
                      <a:pt x="64" y="0"/>
                      <a:pt x="63" y="0"/>
                    </a:cubicBezTo>
                    <a:cubicBezTo>
                      <a:pt x="63" y="0"/>
                      <a:pt x="63" y="0"/>
                      <a:pt x="63" y="0"/>
                    </a:cubicBezTo>
                    <a:cubicBezTo>
                      <a:pt x="69" y="5"/>
                      <a:pt x="69" y="5"/>
                      <a:pt x="69" y="5"/>
                    </a:cubicBezTo>
                    <a:cubicBezTo>
                      <a:pt x="61" y="9"/>
                      <a:pt x="61" y="9"/>
                      <a:pt x="61" y="9"/>
                    </a:cubicBezTo>
                    <a:cubicBezTo>
                      <a:pt x="65" y="15"/>
                      <a:pt x="65" y="15"/>
                      <a:pt x="65" y="15"/>
                    </a:cubicBezTo>
                    <a:cubicBezTo>
                      <a:pt x="51" y="46"/>
                      <a:pt x="51" y="46"/>
                      <a:pt x="51" y="46"/>
                    </a:cubicBezTo>
                    <a:cubicBezTo>
                      <a:pt x="51" y="46"/>
                      <a:pt x="51" y="46"/>
                      <a:pt x="51" y="46"/>
                    </a:cubicBezTo>
                    <a:cubicBezTo>
                      <a:pt x="51" y="46"/>
                      <a:pt x="51" y="46"/>
                      <a:pt x="51" y="46"/>
                    </a:cubicBezTo>
                    <a:cubicBezTo>
                      <a:pt x="51" y="46"/>
                      <a:pt x="51" y="46"/>
                      <a:pt x="51" y="46"/>
                    </a:cubicBezTo>
                    <a:cubicBezTo>
                      <a:pt x="51" y="46"/>
                      <a:pt x="51" y="46"/>
                      <a:pt x="51" y="46"/>
                    </a:cubicBezTo>
                    <a:cubicBezTo>
                      <a:pt x="36" y="15"/>
                      <a:pt x="36" y="15"/>
                      <a:pt x="36" y="15"/>
                    </a:cubicBezTo>
                    <a:cubicBezTo>
                      <a:pt x="40" y="9"/>
                      <a:pt x="40" y="9"/>
                      <a:pt x="40" y="9"/>
                    </a:cubicBezTo>
                    <a:cubicBezTo>
                      <a:pt x="33" y="5"/>
                      <a:pt x="33" y="5"/>
                      <a:pt x="33" y="5"/>
                    </a:cubicBezTo>
                    <a:cubicBezTo>
                      <a:pt x="39" y="0"/>
                      <a:pt x="39" y="0"/>
                      <a:pt x="39" y="0"/>
                    </a:cubicBezTo>
                    <a:cubicBezTo>
                      <a:pt x="39" y="0"/>
                      <a:pt x="39" y="0"/>
                      <a:pt x="39" y="0"/>
                    </a:cubicBezTo>
                    <a:cubicBezTo>
                      <a:pt x="36" y="0"/>
                      <a:pt x="31" y="0"/>
                      <a:pt x="31" y="0"/>
                    </a:cubicBezTo>
                    <a:cubicBezTo>
                      <a:pt x="29" y="1"/>
                      <a:pt x="27" y="2"/>
                      <a:pt x="25" y="3"/>
                    </a:cubicBezTo>
                    <a:cubicBezTo>
                      <a:pt x="1" y="29"/>
                      <a:pt x="1" y="29"/>
                      <a:pt x="1" y="29"/>
                    </a:cubicBezTo>
                    <a:cubicBezTo>
                      <a:pt x="1" y="29"/>
                      <a:pt x="1" y="29"/>
                      <a:pt x="1" y="29"/>
                    </a:cubicBezTo>
                    <a:cubicBezTo>
                      <a:pt x="1" y="30"/>
                      <a:pt x="1" y="30"/>
                      <a:pt x="1" y="30"/>
                    </a:cubicBezTo>
                    <a:cubicBezTo>
                      <a:pt x="1" y="31"/>
                      <a:pt x="0" y="40"/>
                      <a:pt x="0" y="40"/>
                    </a:cubicBezTo>
                    <a:cubicBezTo>
                      <a:pt x="0" y="41"/>
                      <a:pt x="0" y="41"/>
                      <a:pt x="0" y="41"/>
                    </a:cubicBezTo>
                    <a:cubicBezTo>
                      <a:pt x="0" y="42"/>
                      <a:pt x="0" y="42"/>
                      <a:pt x="0" y="42"/>
                    </a:cubicBezTo>
                    <a:cubicBezTo>
                      <a:pt x="1" y="44"/>
                      <a:pt x="1" y="44"/>
                      <a:pt x="1" y="44"/>
                    </a:cubicBezTo>
                    <a:cubicBezTo>
                      <a:pt x="3" y="48"/>
                      <a:pt x="3" y="48"/>
                      <a:pt x="3" y="48"/>
                    </a:cubicBezTo>
                    <a:cubicBezTo>
                      <a:pt x="7" y="55"/>
                      <a:pt x="7" y="55"/>
                      <a:pt x="7" y="55"/>
                    </a:cubicBezTo>
                    <a:cubicBezTo>
                      <a:pt x="15" y="71"/>
                      <a:pt x="15" y="71"/>
                      <a:pt x="15" y="71"/>
                    </a:cubicBezTo>
                    <a:cubicBezTo>
                      <a:pt x="19" y="69"/>
                      <a:pt x="23" y="67"/>
                      <a:pt x="26" y="65"/>
                    </a:cubicBezTo>
                    <a:cubicBezTo>
                      <a:pt x="26" y="69"/>
                      <a:pt x="26" y="72"/>
                      <a:pt x="26" y="75"/>
                    </a:cubicBezTo>
                    <a:cubicBezTo>
                      <a:pt x="26" y="76"/>
                      <a:pt x="26" y="76"/>
                      <a:pt x="26" y="76"/>
                    </a:cubicBezTo>
                    <a:cubicBezTo>
                      <a:pt x="27" y="76"/>
                      <a:pt x="27" y="76"/>
                      <a:pt x="28" y="76"/>
                    </a:cubicBezTo>
                    <a:cubicBezTo>
                      <a:pt x="30" y="144"/>
                      <a:pt x="30" y="144"/>
                      <a:pt x="30" y="144"/>
                    </a:cubicBezTo>
                    <a:cubicBezTo>
                      <a:pt x="50" y="144"/>
                      <a:pt x="50" y="144"/>
                      <a:pt x="50" y="144"/>
                    </a:cubicBezTo>
                    <a:cubicBezTo>
                      <a:pt x="50" y="124"/>
                      <a:pt x="50" y="89"/>
                      <a:pt x="50" y="76"/>
                    </a:cubicBezTo>
                    <a:cubicBezTo>
                      <a:pt x="50" y="76"/>
                      <a:pt x="51" y="76"/>
                      <a:pt x="52" y="76"/>
                    </a:cubicBezTo>
                    <a:cubicBezTo>
                      <a:pt x="54" y="144"/>
                      <a:pt x="54" y="144"/>
                      <a:pt x="54" y="144"/>
                    </a:cubicBezTo>
                    <a:cubicBezTo>
                      <a:pt x="60" y="144"/>
                      <a:pt x="60" y="144"/>
                      <a:pt x="60" y="144"/>
                    </a:cubicBezTo>
                    <a:lnTo>
                      <a:pt x="60" y="74"/>
                    </a:lnTo>
                    <a:close/>
                    <a:moveTo>
                      <a:pt x="27" y="50"/>
                    </a:moveTo>
                    <a:cubicBezTo>
                      <a:pt x="24" y="46"/>
                      <a:pt x="24" y="46"/>
                      <a:pt x="24" y="46"/>
                    </a:cubicBezTo>
                    <a:cubicBezTo>
                      <a:pt x="20" y="39"/>
                      <a:pt x="20" y="39"/>
                      <a:pt x="20" y="39"/>
                    </a:cubicBezTo>
                    <a:cubicBezTo>
                      <a:pt x="19" y="36"/>
                      <a:pt x="19" y="36"/>
                      <a:pt x="19" y="36"/>
                    </a:cubicBezTo>
                    <a:cubicBezTo>
                      <a:pt x="27" y="26"/>
                      <a:pt x="27" y="26"/>
                      <a:pt x="27" y="26"/>
                    </a:cubicBezTo>
                    <a:cubicBezTo>
                      <a:pt x="27" y="34"/>
                      <a:pt x="27" y="42"/>
                      <a:pt x="27" y="5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65" name="Freeform 165">
                <a:extLst>
                  <a:ext uri="{FF2B5EF4-FFF2-40B4-BE49-F238E27FC236}">
                    <a16:creationId xmlns:a16="http://schemas.microsoft.com/office/drawing/2014/main" id="{109D93F2-39D7-4720-A015-41D1E18020FB}"/>
                  </a:ext>
                </a:extLst>
              </p:cNvPr>
              <p:cNvSpPr/>
              <p:nvPr/>
            </p:nvSpPr>
            <p:spPr bwMode="auto">
              <a:xfrm>
                <a:off x="6099176" y="3230563"/>
                <a:ext cx="220663" cy="198438"/>
              </a:xfrm>
              <a:custGeom>
                <a:avLst/>
                <a:gdLst>
                  <a:gd name="T0" fmla="*/ 1 w 58"/>
                  <a:gd name="T1" fmla="*/ 52 h 52"/>
                  <a:gd name="T2" fmla="*/ 30 w 58"/>
                  <a:gd name="T3" fmla="*/ 52 h 52"/>
                  <a:gd name="T4" fmla="*/ 58 w 58"/>
                  <a:gd name="T5" fmla="*/ 52 h 52"/>
                  <a:gd name="T6" fmla="*/ 55 w 58"/>
                  <a:gd name="T7" fmla="*/ 8 h 52"/>
                  <a:gd name="T8" fmla="*/ 47 w 58"/>
                  <a:gd name="T9" fmla="*/ 0 h 52"/>
                  <a:gd name="T10" fmla="*/ 40 w 58"/>
                  <a:gd name="T11" fmla="*/ 0 h 52"/>
                  <a:gd name="T12" fmla="*/ 45 w 58"/>
                  <a:gd name="T13" fmla="*/ 4 h 52"/>
                  <a:gd name="T14" fmla="*/ 38 w 58"/>
                  <a:gd name="T15" fmla="*/ 8 h 52"/>
                  <a:gd name="T16" fmla="*/ 41 w 58"/>
                  <a:gd name="T17" fmla="*/ 13 h 52"/>
                  <a:gd name="T18" fmla="*/ 29 w 58"/>
                  <a:gd name="T19" fmla="*/ 41 h 52"/>
                  <a:gd name="T20" fmla="*/ 29 w 58"/>
                  <a:gd name="T21" fmla="*/ 41 h 52"/>
                  <a:gd name="T22" fmla="*/ 29 w 58"/>
                  <a:gd name="T23" fmla="*/ 41 h 52"/>
                  <a:gd name="T24" fmla="*/ 29 w 58"/>
                  <a:gd name="T25" fmla="*/ 41 h 52"/>
                  <a:gd name="T26" fmla="*/ 29 w 58"/>
                  <a:gd name="T27" fmla="*/ 41 h 52"/>
                  <a:gd name="T28" fmla="*/ 16 w 58"/>
                  <a:gd name="T29" fmla="*/ 13 h 52"/>
                  <a:gd name="T30" fmla="*/ 19 w 58"/>
                  <a:gd name="T31" fmla="*/ 8 h 52"/>
                  <a:gd name="T32" fmla="*/ 12 w 58"/>
                  <a:gd name="T33" fmla="*/ 4 h 52"/>
                  <a:gd name="T34" fmla="*/ 17 w 58"/>
                  <a:gd name="T35" fmla="*/ 0 h 52"/>
                  <a:gd name="T36" fmla="*/ 11 w 58"/>
                  <a:gd name="T37" fmla="*/ 0 h 52"/>
                  <a:gd name="T38" fmla="*/ 11 w 58"/>
                  <a:gd name="T39" fmla="*/ 0 h 52"/>
                  <a:gd name="T40" fmla="*/ 3 w 58"/>
                  <a:gd name="T41" fmla="*/ 8 h 52"/>
                  <a:gd name="T42" fmla="*/ 0 w 58"/>
                  <a:gd name="T43" fmla="*/ 52 h 52"/>
                  <a:gd name="T44" fmla="*/ 1 w 58"/>
                  <a:gd name="T45"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 h="52">
                    <a:moveTo>
                      <a:pt x="1" y="52"/>
                    </a:moveTo>
                    <a:cubicBezTo>
                      <a:pt x="30" y="52"/>
                      <a:pt x="30" y="52"/>
                      <a:pt x="30" y="52"/>
                    </a:cubicBezTo>
                    <a:cubicBezTo>
                      <a:pt x="58" y="52"/>
                      <a:pt x="58" y="52"/>
                      <a:pt x="58" y="52"/>
                    </a:cubicBezTo>
                    <a:cubicBezTo>
                      <a:pt x="55" y="8"/>
                      <a:pt x="55" y="8"/>
                      <a:pt x="55" y="8"/>
                    </a:cubicBezTo>
                    <a:cubicBezTo>
                      <a:pt x="54" y="3"/>
                      <a:pt x="51" y="0"/>
                      <a:pt x="47" y="0"/>
                    </a:cubicBezTo>
                    <a:cubicBezTo>
                      <a:pt x="47" y="0"/>
                      <a:pt x="44" y="0"/>
                      <a:pt x="40" y="0"/>
                    </a:cubicBezTo>
                    <a:cubicBezTo>
                      <a:pt x="45" y="4"/>
                      <a:pt x="45" y="4"/>
                      <a:pt x="45" y="4"/>
                    </a:cubicBezTo>
                    <a:cubicBezTo>
                      <a:pt x="38" y="8"/>
                      <a:pt x="38" y="8"/>
                      <a:pt x="38" y="8"/>
                    </a:cubicBezTo>
                    <a:cubicBezTo>
                      <a:pt x="41" y="13"/>
                      <a:pt x="41" y="13"/>
                      <a:pt x="41" y="13"/>
                    </a:cubicBezTo>
                    <a:cubicBezTo>
                      <a:pt x="29" y="41"/>
                      <a:pt x="29" y="41"/>
                      <a:pt x="29" y="41"/>
                    </a:cubicBezTo>
                    <a:cubicBezTo>
                      <a:pt x="29" y="41"/>
                      <a:pt x="29" y="41"/>
                      <a:pt x="29" y="41"/>
                    </a:cubicBezTo>
                    <a:cubicBezTo>
                      <a:pt x="29" y="41"/>
                      <a:pt x="29" y="41"/>
                      <a:pt x="29" y="41"/>
                    </a:cubicBezTo>
                    <a:cubicBezTo>
                      <a:pt x="29" y="41"/>
                      <a:pt x="29" y="41"/>
                      <a:pt x="29" y="41"/>
                    </a:cubicBezTo>
                    <a:cubicBezTo>
                      <a:pt x="29" y="41"/>
                      <a:pt x="29" y="41"/>
                      <a:pt x="29" y="41"/>
                    </a:cubicBezTo>
                    <a:cubicBezTo>
                      <a:pt x="16" y="13"/>
                      <a:pt x="16" y="13"/>
                      <a:pt x="16" y="13"/>
                    </a:cubicBezTo>
                    <a:cubicBezTo>
                      <a:pt x="19" y="8"/>
                      <a:pt x="19" y="8"/>
                      <a:pt x="19" y="8"/>
                    </a:cubicBezTo>
                    <a:cubicBezTo>
                      <a:pt x="12" y="4"/>
                      <a:pt x="12" y="4"/>
                      <a:pt x="12" y="4"/>
                    </a:cubicBezTo>
                    <a:cubicBezTo>
                      <a:pt x="17" y="0"/>
                      <a:pt x="17" y="0"/>
                      <a:pt x="17" y="0"/>
                    </a:cubicBezTo>
                    <a:cubicBezTo>
                      <a:pt x="13" y="0"/>
                      <a:pt x="11" y="0"/>
                      <a:pt x="11" y="0"/>
                    </a:cubicBezTo>
                    <a:cubicBezTo>
                      <a:pt x="11" y="0"/>
                      <a:pt x="11" y="0"/>
                      <a:pt x="11" y="0"/>
                    </a:cubicBezTo>
                    <a:cubicBezTo>
                      <a:pt x="7" y="0"/>
                      <a:pt x="3" y="3"/>
                      <a:pt x="3" y="8"/>
                    </a:cubicBezTo>
                    <a:cubicBezTo>
                      <a:pt x="0" y="52"/>
                      <a:pt x="0" y="52"/>
                      <a:pt x="0" y="52"/>
                    </a:cubicBezTo>
                    <a:lnTo>
                      <a:pt x="1" y="5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66" name="Freeform 166">
                <a:extLst>
                  <a:ext uri="{FF2B5EF4-FFF2-40B4-BE49-F238E27FC236}">
                    <a16:creationId xmlns:a16="http://schemas.microsoft.com/office/drawing/2014/main" id="{BEBD6132-55E7-4CA8-9C34-D78B3B190E1E}"/>
                  </a:ext>
                </a:extLst>
              </p:cNvPr>
              <p:cNvSpPr/>
              <p:nvPr/>
            </p:nvSpPr>
            <p:spPr bwMode="auto">
              <a:xfrm>
                <a:off x="6019801" y="3633788"/>
                <a:ext cx="111125" cy="103188"/>
              </a:xfrm>
              <a:custGeom>
                <a:avLst/>
                <a:gdLst>
                  <a:gd name="T0" fmla="*/ 27 w 29"/>
                  <a:gd name="T1" fmla="*/ 0 h 27"/>
                  <a:gd name="T2" fmla="*/ 26 w 29"/>
                  <a:gd name="T3" fmla="*/ 0 h 27"/>
                  <a:gd name="T4" fmla="*/ 1 w 29"/>
                  <a:gd name="T5" fmla="*/ 24 h 27"/>
                  <a:gd name="T6" fmla="*/ 1 w 29"/>
                  <a:gd name="T7" fmla="*/ 27 h 27"/>
                  <a:gd name="T8" fmla="*/ 2 w 29"/>
                  <a:gd name="T9" fmla="*/ 27 h 27"/>
                  <a:gd name="T10" fmla="*/ 4 w 29"/>
                  <a:gd name="T11" fmla="*/ 27 h 27"/>
                  <a:gd name="T12" fmla="*/ 29 w 29"/>
                  <a:gd name="T13" fmla="*/ 3 h 27"/>
                  <a:gd name="T14" fmla="*/ 29 w 29"/>
                  <a:gd name="T15" fmla="*/ 0 h 27"/>
                  <a:gd name="T16" fmla="*/ 27 w 29"/>
                  <a:gd name="T17"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27">
                    <a:moveTo>
                      <a:pt x="27" y="0"/>
                    </a:moveTo>
                    <a:cubicBezTo>
                      <a:pt x="26" y="0"/>
                      <a:pt x="26" y="0"/>
                      <a:pt x="26" y="0"/>
                    </a:cubicBezTo>
                    <a:cubicBezTo>
                      <a:pt x="1" y="24"/>
                      <a:pt x="1" y="24"/>
                      <a:pt x="1" y="24"/>
                    </a:cubicBezTo>
                    <a:cubicBezTo>
                      <a:pt x="0" y="25"/>
                      <a:pt x="0" y="26"/>
                      <a:pt x="1" y="27"/>
                    </a:cubicBezTo>
                    <a:cubicBezTo>
                      <a:pt x="1" y="27"/>
                      <a:pt x="2" y="27"/>
                      <a:pt x="2" y="27"/>
                    </a:cubicBezTo>
                    <a:cubicBezTo>
                      <a:pt x="3" y="27"/>
                      <a:pt x="3" y="27"/>
                      <a:pt x="4" y="27"/>
                    </a:cubicBezTo>
                    <a:cubicBezTo>
                      <a:pt x="29" y="3"/>
                      <a:pt x="29" y="3"/>
                      <a:pt x="29" y="3"/>
                    </a:cubicBezTo>
                    <a:cubicBezTo>
                      <a:pt x="29" y="3"/>
                      <a:pt x="29" y="1"/>
                      <a:pt x="29" y="0"/>
                    </a:cubicBezTo>
                    <a:cubicBezTo>
                      <a:pt x="28" y="0"/>
                      <a:pt x="28" y="0"/>
                      <a:pt x="2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67" name="Freeform 167">
                <a:extLst>
                  <a:ext uri="{FF2B5EF4-FFF2-40B4-BE49-F238E27FC236}">
                    <a16:creationId xmlns:a16="http://schemas.microsoft.com/office/drawing/2014/main" id="{20B37B38-C020-45B9-9974-0E3BD142BD6C}"/>
                  </a:ext>
                </a:extLst>
              </p:cNvPr>
              <p:cNvSpPr>
                <a:spLocks noEditPoints="1"/>
              </p:cNvSpPr>
              <p:nvPr/>
            </p:nvSpPr>
            <p:spPr bwMode="auto">
              <a:xfrm>
                <a:off x="5967413" y="3448050"/>
                <a:ext cx="504825" cy="346075"/>
              </a:xfrm>
              <a:custGeom>
                <a:avLst/>
                <a:gdLst>
                  <a:gd name="T0" fmla="*/ 128 w 133"/>
                  <a:gd name="T1" fmla="*/ 4 h 91"/>
                  <a:gd name="T2" fmla="*/ 118 w 133"/>
                  <a:gd name="T3" fmla="*/ 0 h 91"/>
                  <a:gd name="T4" fmla="*/ 15 w 133"/>
                  <a:gd name="T5" fmla="*/ 0 h 91"/>
                  <a:gd name="T6" fmla="*/ 5 w 133"/>
                  <a:gd name="T7" fmla="*/ 4 h 91"/>
                  <a:gd name="T8" fmla="*/ 0 w 133"/>
                  <a:gd name="T9" fmla="*/ 17 h 91"/>
                  <a:gd name="T10" fmla="*/ 0 w 133"/>
                  <a:gd name="T11" fmla="*/ 75 h 91"/>
                  <a:gd name="T12" fmla="*/ 15 w 133"/>
                  <a:gd name="T13" fmla="*/ 91 h 91"/>
                  <a:gd name="T14" fmla="*/ 118 w 133"/>
                  <a:gd name="T15" fmla="*/ 91 h 91"/>
                  <a:gd name="T16" fmla="*/ 133 w 133"/>
                  <a:gd name="T17" fmla="*/ 75 h 91"/>
                  <a:gd name="T18" fmla="*/ 133 w 133"/>
                  <a:gd name="T19" fmla="*/ 17 h 91"/>
                  <a:gd name="T20" fmla="*/ 128 w 133"/>
                  <a:gd name="T21" fmla="*/ 4 h 91"/>
                  <a:gd name="T22" fmla="*/ 66 w 133"/>
                  <a:gd name="T23" fmla="*/ 50 h 91"/>
                  <a:gd name="T24" fmla="*/ 17 w 133"/>
                  <a:gd name="T25" fmla="*/ 10 h 91"/>
                  <a:gd name="T26" fmla="*/ 115 w 133"/>
                  <a:gd name="T27" fmla="*/ 10 h 91"/>
                  <a:gd name="T28" fmla="*/ 66 w 133"/>
                  <a:gd name="T29" fmla="*/ 50 h 91"/>
                  <a:gd name="T30" fmla="*/ 123 w 133"/>
                  <a:gd name="T31" fmla="*/ 75 h 91"/>
                  <a:gd name="T32" fmla="*/ 118 w 133"/>
                  <a:gd name="T33" fmla="*/ 80 h 91"/>
                  <a:gd name="T34" fmla="*/ 15 w 133"/>
                  <a:gd name="T35" fmla="*/ 80 h 91"/>
                  <a:gd name="T36" fmla="*/ 10 w 133"/>
                  <a:gd name="T37" fmla="*/ 75 h 91"/>
                  <a:gd name="T38" fmla="*/ 10 w 133"/>
                  <a:gd name="T39" fmla="*/ 17 h 91"/>
                  <a:gd name="T40" fmla="*/ 62 w 133"/>
                  <a:gd name="T41" fmla="*/ 60 h 91"/>
                  <a:gd name="T42" fmla="*/ 66 w 133"/>
                  <a:gd name="T43" fmla="*/ 61 h 91"/>
                  <a:gd name="T44" fmla="*/ 70 w 133"/>
                  <a:gd name="T45" fmla="*/ 60 h 91"/>
                  <a:gd name="T46" fmla="*/ 123 w 133"/>
                  <a:gd name="T47" fmla="*/ 17 h 91"/>
                  <a:gd name="T48" fmla="*/ 123 w 133"/>
                  <a:gd name="T49" fmla="*/ 75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3" h="91">
                    <a:moveTo>
                      <a:pt x="128" y="4"/>
                    </a:moveTo>
                    <a:cubicBezTo>
                      <a:pt x="125" y="1"/>
                      <a:pt x="121" y="0"/>
                      <a:pt x="118" y="0"/>
                    </a:cubicBezTo>
                    <a:cubicBezTo>
                      <a:pt x="15" y="0"/>
                      <a:pt x="15" y="0"/>
                      <a:pt x="15" y="0"/>
                    </a:cubicBezTo>
                    <a:cubicBezTo>
                      <a:pt x="12" y="0"/>
                      <a:pt x="8" y="1"/>
                      <a:pt x="5" y="4"/>
                    </a:cubicBezTo>
                    <a:cubicBezTo>
                      <a:pt x="3" y="6"/>
                      <a:pt x="0" y="11"/>
                      <a:pt x="0" y="17"/>
                    </a:cubicBezTo>
                    <a:cubicBezTo>
                      <a:pt x="0" y="75"/>
                      <a:pt x="0" y="75"/>
                      <a:pt x="0" y="75"/>
                    </a:cubicBezTo>
                    <a:cubicBezTo>
                      <a:pt x="0" y="84"/>
                      <a:pt x="7" y="91"/>
                      <a:pt x="15" y="91"/>
                    </a:cubicBezTo>
                    <a:cubicBezTo>
                      <a:pt x="118" y="91"/>
                      <a:pt x="118" y="91"/>
                      <a:pt x="118" y="91"/>
                    </a:cubicBezTo>
                    <a:cubicBezTo>
                      <a:pt x="126" y="91"/>
                      <a:pt x="133" y="84"/>
                      <a:pt x="133" y="75"/>
                    </a:cubicBezTo>
                    <a:cubicBezTo>
                      <a:pt x="133" y="17"/>
                      <a:pt x="133" y="17"/>
                      <a:pt x="133" y="17"/>
                    </a:cubicBezTo>
                    <a:cubicBezTo>
                      <a:pt x="133" y="11"/>
                      <a:pt x="130" y="6"/>
                      <a:pt x="128" y="4"/>
                    </a:cubicBezTo>
                    <a:close/>
                    <a:moveTo>
                      <a:pt x="66" y="50"/>
                    </a:moveTo>
                    <a:cubicBezTo>
                      <a:pt x="17" y="10"/>
                      <a:pt x="17" y="10"/>
                      <a:pt x="17" y="10"/>
                    </a:cubicBezTo>
                    <a:cubicBezTo>
                      <a:pt x="115" y="10"/>
                      <a:pt x="115" y="10"/>
                      <a:pt x="115" y="10"/>
                    </a:cubicBezTo>
                    <a:lnTo>
                      <a:pt x="66" y="50"/>
                    </a:lnTo>
                    <a:close/>
                    <a:moveTo>
                      <a:pt x="123" y="75"/>
                    </a:moveTo>
                    <a:cubicBezTo>
                      <a:pt x="123" y="78"/>
                      <a:pt x="120" y="80"/>
                      <a:pt x="118" y="80"/>
                    </a:cubicBezTo>
                    <a:cubicBezTo>
                      <a:pt x="15" y="80"/>
                      <a:pt x="15" y="80"/>
                      <a:pt x="15" y="80"/>
                    </a:cubicBezTo>
                    <a:cubicBezTo>
                      <a:pt x="12" y="80"/>
                      <a:pt x="10" y="78"/>
                      <a:pt x="10" y="75"/>
                    </a:cubicBezTo>
                    <a:cubicBezTo>
                      <a:pt x="10" y="17"/>
                      <a:pt x="10" y="17"/>
                      <a:pt x="10" y="17"/>
                    </a:cubicBezTo>
                    <a:cubicBezTo>
                      <a:pt x="62" y="60"/>
                      <a:pt x="62" y="60"/>
                      <a:pt x="62" y="60"/>
                    </a:cubicBezTo>
                    <a:cubicBezTo>
                      <a:pt x="64" y="61"/>
                      <a:pt x="65" y="61"/>
                      <a:pt x="66" y="61"/>
                    </a:cubicBezTo>
                    <a:cubicBezTo>
                      <a:pt x="68" y="61"/>
                      <a:pt x="69" y="61"/>
                      <a:pt x="70" y="60"/>
                    </a:cubicBezTo>
                    <a:cubicBezTo>
                      <a:pt x="123" y="17"/>
                      <a:pt x="123" y="17"/>
                      <a:pt x="123" y="17"/>
                    </a:cubicBezTo>
                    <a:lnTo>
                      <a:pt x="123" y="7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68" name="Freeform 168">
                <a:extLst>
                  <a:ext uri="{FF2B5EF4-FFF2-40B4-BE49-F238E27FC236}">
                    <a16:creationId xmlns:a16="http://schemas.microsoft.com/office/drawing/2014/main" id="{2C1234A7-26C6-4F13-B659-C466C5215F7E}"/>
                  </a:ext>
                </a:extLst>
              </p:cNvPr>
              <p:cNvSpPr/>
              <p:nvPr/>
            </p:nvSpPr>
            <p:spPr bwMode="auto">
              <a:xfrm>
                <a:off x="6305551" y="3633788"/>
                <a:ext cx="114300" cy="103188"/>
              </a:xfrm>
              <a:custGeom>
                <a:avLst/>
                <a:gdLst>
                  <a:gd name="T0" fmla="*/ 26 w 30"/>
                  <a:gd name="T1" fmla="*/ 27 h 27"/>
                  <a:gd name="T2" fmla="*/ 28 w 30"/>
                  <a:gd name="T3" fmla="*/ 27 h 27"/>
                  <a:gd name="T4" fmla="*/ 29 w 30"/>
                  <a:gd name="T5" fmla="*/ 27 h 27"/>
                  <a:gd name="T6" fmla="*/ 29 w 30"/>
                  <a:gd name="T7" fmla="*/ 24 h 27"/>
                  <a:gd name="T8" fmla="*/ 4 w 30"/>
                  <a:gd name="T9" fmla="*/ 0 h 27"/>
                  <a:gd name="T10" fmla="*/ 3 w 30"/>
                  <a:gd name="T11" fmla="*/ 0 h 27"/>
                  <a:gd name="T12" fmla="*/ 1 w 30"/>
                  <a:gd name="T13" fmla="*/ 0 h 27"/>
                  <a:gd name="T14" fmla="*/ 1 w 30"/>
                  <a:gd name="T15" fmla="*/ 3 h 27"/>
                  <a:gd name="T16" fmla="*/ 26 w 30"/>
                  <a:gd name="T17"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27">
                    <a:moveTo>
                      <a:pt x="26" y="27"/>
                    </a:moveTo>
                    <a:cubicBezTo>
                      <a:pt x="26" y="27"/>
                      <a:pt x="27" y="27"/>
                      <a:pt x="28" y="27"/>
                    </a:cubicBezTo>
                    <a:cubicBezTo>
                      <a:pt x="28" y="27"/>
                      <a:pt x="29" y="27"/>
                      <a:pt x="29" y="27"/>
                    </a:cubicBezTo>
                    <a:cubicBezTo>
                      <a:pt x="30" y="26"/>
                      <a:pt x="30" y="25"/>
                      <a:pt x="29" y="24"/>
                    </a:cubicBezTo>
                    <a:cubicBezTo>
                      <a:pt x="4" y="0"/>
                      <a:pt x="4" y="0"/>
                      <a:pt x="4" y="0"/>
                    </a:cubicBezTo>
                    <a:cubicBezTo>
                      <a:pt x="4" y="0"/>
                      <a:pt x="3" y="0"/>
                      <a:pt x="3" y="0"/>
                    </a:cubicBezTo>
                    <a:cubicBezTo>
                      <a:pt x="2" y="0"/>
                      <a:pt x="2" y="0"/>
                      <a:pt x="1" y="0"/>
                    </a:cubicBezTo>
                    <a:cubicBezTo>
                      <a:pt x="0" y="1"/>
                      <a:pt x="0" y="3"/>
                      <a:pt x="1" y="3"/>
                    </a:cubicBezTo>
                    <a:lnTo>
                      <a:pt x="26" y="2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69" name="Freeform 169">
                <a:extLst>
                  <a:ext uri="{FF2B5EF4-FFF2-40B4-BE49-F238E27FC236}">
                    <a16:creationId xmlns:a16="http://schemas.microsoft.com/office/drawing/2014/main" id="{1019D8C7-0C18-438D-9A4C-3E06C9220552}"/>
                  </a:ext>
                </a:extLst>
              </p:cNvPr>
              <p:cNvSpPr/>
              <p:nvPr/>
            </p:nvSpPr>
            <p:spPr bwMode="auto">
              <a:xfrm>
                <a:off x="6016626" y="3413125"/>
                <a:ext cx="79375" cy="57150"/>
              </a:xfrm>
              <a:custGeom>
                <a:avLst/>
                <a:gdLst>
                  <a:gd name="T0" fmla="*/ 1 w 21"/>
                  <a:gd name="T1" fmla="*/ 15 h 15"/>
                  <a:gd name="T2" fmla="*/ 21 w 21"/>
                  <a:gd name="T3" fmla="*/ 14 h 15"/>
                  <a:gd name="T4" fmla="*/ 20 w 21"/>
                  <a:gd name="T5" fmla="*/ 0 h 15"/>
                  <a:gd name="T6" fmla="*/ 0 w 21"/>
                  <a:gd name="T7" fmla="*/ 0 h 15"/>
                  <a:gd name="T8" fmla="*/ 1 w 21"/>
                  <a:gd name="T9" fmla="*/ 15 h 15"/>
                </a:gdLst>
                <a:ahLst/>
                <a:cxnLst>
                  <a:cxn ang="0">
                    <a:pos x="T0" y="T1"/>
                  </a:cxn>
                  <a:cxn ang="0">
                    <a:pos x="T2" y="T3"/>
                  </a:cxn>
                  <a:cxn ang="0">
                    <a:pos x="T4" y="T5"/>
                  </a:cxn>
                  <a:cxn ang="0">
                    <a:pos x="T6" y="T7"/>
                  </a:cxn>
                  <a:cxn ang="0">
                    <a:pos x="T8" y="T9"/>
                  </a:cxn>
                </a:cxnLst>
                <a:rect l="0" t="0" r="r" b="b"/>
                <a:pathLst>
                  <a:path w="21" h="15">
                    <a:moveTo>
                      <a:pt x="1" y="15"/>
                    </a:moveTo>
                    <a:cubicBezTo>
                      <a:pt x="8" y="15"/>
                      <a:pt x="14" y="14"/>
                      <a:pt x="21" y="14"/>
                    </a:cubicBezTo>
                    <a:cubicBezTo>
                      <a:pt x="20" y="8"/>
                      <a:pt x="20" y="4"/>
                      <a:pt x="20" y="0"/>
                    </a:cubicBezTo>
                    <a:cubicBezTo>
                      <a:pt x="0" y="0"/>
                      <a:pt x="0" y="0"/>
                      <a:pt x="0" y="0"/>
                    </a:cubicBezTo>
                    <a:cubicBezTo>
                      <a:pt x="1" y="5"/>
                      <a:pt x="1" y="11"/>
                      <a:pt x="1" y="1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grpSp>
      </p:grpSp>
      <p:sp>
        <p:nvSpPr>
          <p:cNvPr id="2" name="标题 1"/>
          <p:cNvSpPr>
            <a:spLocks noGrp="1"/>
          </p:cNvSpPr>
          <p:nvPr>
            <p:ph type="ctrTitle"/>
          </p:nvPr>
        </p:nvSpPr>
        <p:spPr>
          <a:xfrm>
            <a:off x="1524001" y="1122365"/>
            <a:ext cx="9477375" cy="2261733"/>
          </a:xfrm>
        </p:spPr>
        <p:txBody>
          <a:bodyPr anchor="b"/>
          <a:lstStyle>
            <a:lvl1pPr algn="ctr">
              <a:defRPr sz="4500">
                <a:solidFill>
                  <a:schemeClr val="bg1"/>
                </a:solidFill>
              </a:defRPr>
            </a:lvl1pPr>
          </a:lstStyle>
          <a:p>
            <a:r>
              <a:rPr lang="zh-CN" altLang="en-US"/>
              <a:t>单击此处编辑母版标题样式</a:t>
            </a:r>
          </a:p>
        </p:txBody>
      </p:sp>
    </p:spTree>
    <p:extLst>
      <p:ext uri="{BB962C8B-B14F-4D97-AF65-F5344CB8AC3E}">
        <p14:creationId xmlns:p14="http://schemas.microsoft.com/office/powerpoint/2010/main" val="2808006465"/>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 presetClass="entr" presetSubtype="4" accel="22000" fill="hold" nodeType="withEffect" p14:presetBounceEnd="20000">
                                      <p:stCondLst>
                                        <p:cond delay="2200"/>
                                      </p:stCondLst>
                                      <p:childTnLst>
                                        <p:set>
                                          <p:cBhvr>
                                            <p:cTn id="9" dur="1" fill="hold">
                                              <p:stCondLst>
                                                <p:cond delay="0"/>
                                              </p:stCondLst>
                                            </p:cTn>
                                            <p:tgtEl>
                                              <p:spTgt spid="8"/>
                                            </p:tgtEl>
                                            <p:attrNameLst>
                                              <p:attrName>style.visibility</p:attrName>
                                            </p:attrNameLst>
                                          </p:cBhvr>
                                          <p:to>
                                            <p:strVal val="visible"/>
                                          </p:to>
                                        </p:set>
                                        <p:anim calcmode="lin" valueType="num" p14:bounceEnd="20000">
                                          <p:cBhvr additive="base">
                                            <p:cTn id="10" dur="500" fill="hold"/>
                                            <p:tgtEl>
                                              <p:spTgt spid="8"/>
                                            </p:tgtEl>
                                            <p:attrNameLst>
                                              <p:attrName>ppt_x</p:attrName>
                                            </p:attrNameLst>
                                          </p:cBhvr>
                                          <p:tavLst>
                                            <p:tav tm="0">
                                              <p:val>
                                                <p:strVal val="#ppt_x"/>
                                              </p:val>
                                            </p:tav>
                                            <p:tav tm="100000">
                                              <p:val>
                                                <p:strVal val="#ppt_x"/>
                                              </p:val>
                                            </p:tav>
                                          </p:tavLst>
                                        </p:anim>
                                        <p:anim calcmode="lin" valueType="num" p14:bounceEnd="20000">
                                          <p:cBhvr additive="base">
                                            <p:cTn id="11" dur="500" fill="hold"/>
                                            <p:tgtEl>
                                              <p:spTgt spid="8"/>
                                            </p:tgtEl>
                                            <p:attrNameLst>
                                              <p:attrName>ppt_y</p:attrName>
                                            </p:attrNameLst>
                                          </p:cBhvr>
                                          <p:tavLst>
                                            <p:tav tm="0">
                                              <p:val>
                                                <p:strVal val="1+#ppt_h/2"/>
                                              </p:val>
                                            </p:tav>
                                            <p:tav tm="100000">
                                              <p:val>
                                                <p:strVal val="#ppt_y"/>
                                              </p:val>
                                            </p:tav>
                                          </p:tavLst>
                                        </p:anim>
                                      </p:childTnLst>
                                    </p:cTn>
                                  </p:par>
                                  <p:par>
                                    <p:cTn id="12" presetID="2" presetClass="entr" presetSubtype="4" accel="22000" fill="hold" nodeType="withEffect" p14:presetBounceEnd="20000">
                                      <p:stCondLst>
                                        <p:cond delay="2400"/>
                                      </p:stCondLst>
                                      <p:childTnLst>
                                        <p:set>
                                          <p:cBhvr>
                                            <p:cTn id="13" dur="1" fill="hold">
                                              <p:stCondLst>
                                                <p:cond delay="0"/>
                                              </p:stCondLst>
                                            </p:cTn>
                                            <p:tgtEl>
                                              <p:spTgt spid="28"/>
                                            </p:tgtEl>
                                            <p:attrNameLst>
                                              <p:attrName>style.visibility</p:attrName>
                                            </p:attrNameLst>
                                          </p:cBhvr>
                                          <p:to>
                                            <p:strVal val="visible"/>
                                          </p:to>
                                        </p:set>
                                        <p:anim calcmode="lin" valueType="num" p14:bounceEnd="20000">
                                          <p:cBhvr additive="base">
                                            <p:cTn id="14" dur="500" fill="hold"/>
                                            <p:tgtEl>
                                              <p:spTgt spid="28"/>
                                            </p:tgtEl>
                                            <p:attrNameLst>
                                              <p:attrName>ppt_x</p:attrName>
                                            </p:attrNameLst>
                                          </p:cBhvr>
                                          <p:tavLst>
                                            <p:tav tm="0">
                                              <p:val>
                                                <p:strVal val="#ppt_x"/>
                                              </p:val>
                                            </p:tav>
                                            <p:tav tm="100000">
                                              <p:val>
                                                <p:strVal val="#ppt_x"/>
                                              </p:val>
                                            </p:tav>
                                          </p:tavLst>
                                        </p:anim>
                                        <p:anim calcmode="lin" valueType="num" p14:bounceEnd="20000">
                                          <p:cBhvr additive="base">
                                            <p:cTn id="15" dur="500" fill="hold"/>
                                            <p:tgtEl>
                                              <p:spTgt spid="28"/>
                                            </p:tgtEl>
                                            <p:attrNameLst>
                                              <p:attrName>ppt_y</p:attrName>
                                            </p:attrNameLst>
                                          </p:cBhvr>
                                          <p:tavLst>
                                            <p:tav tm="0">
                                              <p:val>
                                                <p:strVal val="1+#ppt_h/2"/>
                                              </p:val>
                                            </p:tav>
                                            <p:tav tm="100000">
                                              <p:val>
                                                <p:strVal val="#ppt_y"/>
                                              </p:val>
                                            </p:tav>
                                          </p:tavLst>
                                        </p:anim>
                                      </p:childTnLst>
                                    </p:cTn>
                                  </p:par>
                                  <p:par>
                                    <p:cTn id="16" presetID="2" presetClass="entr" presetSubtype="4" accel="22000" fill="hold" nodeType="withEffect" p14:presetBounceEnd="20000">
                                      <p:stCondLst>
                                        <p:cond delay="2600"/>
                                      </p:stCondLst>
                                      <p:childTnLst>
                                        <p:set>
                                          <p:cBhvr>
                                            <p:cTn id="17" dur="1" fill="hold">
                                              <p:stCondLst>
                                                <p:cond delay="0"/>
                                              </p:stCondLst>
                                            </p:cTn>
                                            <p:tgtEl>
                                              <p:spTgt spid="38"/>
                                            </p:tgtEl>
                                            <p:attrNameLst>
                                              <p:attrName>style.visibility</p:attrName>
                                            </p:attrNameLst>
                                          </p:cBhvr>
                                          <p:to>
                                            <p:strVal val="visible"/>
                                          </p:to>
                                        </p:set>
                                        <p:anim calcmode="lin" valueType="num" p14:bounceEnd="20000">
                                          <p:cBhvr additive="base">
                                            <p:cTn id="18" dur="500" fill="hold"/>
                                            <p:tgtEl>
                                              <p:spTgt spid="38"/>
                                            </p:tgtEl>
                                            <p:attrNameLst>
                                              <p:attrName>ppt_x</p:attrName>
                                            </p:attrNameLst>
                                          </p:cBhvr>
                                          <p:tavLst>
                                            <p:tav tm="0">
                                              <p:val>
                                                <p:strVal val="#ppt_x"/>
                                              </p:val>
                                            </p:tav>
                                            <p:tav tm="100000">
                                              <p:val>
                                                <p:strVal val="#ppt_x"/>
                                              </p:val>
                                            </p:tav>
                                          </p:tavLst>
                                        </p:anim>
                                        <p:anim calcmode="lin" valueType="num" p14:bounceEnd="20000">
                                          <p:cBhvr additive="base">
                                            <p:cTn id="19" dur="500" fill="hold"/>
                                            <p:tgtEl>
                                              <p:spTgt spid="38"/>
                                            </p:tgtEl>
                                            <p:attrNameLst>
                                              <p:attrName>ppt_y</p:attrName>
                                            </p:attrNameLst>
                                          </p:cBhvr>
                                          <p:tavLst>
                                            <p:tav tm="0">
                                              <p:val>
                                                <p:strVal val="1+#ppt_h/2"/>
                                              </p:val>
                                            </p:tav>
                                            <p:tav tm="100000">
                                              <p:val>
                                                <p:strVal val="#ppt_y"/>
                                              </p:val>
                                            </p:tav>
                                          </p:tavLst>
                                        </p:anim>
                                      </p:childTnLst>
                                    </p:cTn>
                                  </p:par>
                                  <p:par>
                                    <p:cTn id="20" presetID="2" presetClass="entr" presetSubtype="4" accel="22000" fill="hold" nodeType="withEffect" p14:presetBounceEnd="20000">
                                      <p:stCondLst>
                                        <p:cond delay="2800"/>
                                      </p:stCondLst>
                                      <p:childTnLst>
                                        <p:set>
                                          <p:cBhvr>
                                            <p:cTn id="21" dur="1" fill="hold">
                                              <p:stCondLst>
                                                <p:cond delay="0"/>
                                              </p:stCondLst>
                                            </p:cTn>
                                            <p:tgtEl>
                                              <p:spTgt spid="46"/>
                                            </p:tgtEl>
                                            <p:attrNameLst>
                                              <p:attrName>style.visibility</p:attrName>
                                            </p:attrNameLst>
                                          </p:cBhvr>
                                          <p:to>
                                            <p:strVal val="visible"/>
                                          </p:to>
                                        </p:set>
                                        <p:anim calcmode="lin" valueType="num" p14:bounceEnd="20000">
                                          <p:cBhvr additive="base">
                                            <p:cTn id="22" dur="500" fill="hold"/>
                                            <p:tgtEl>
                                              <p:spTgt spid="46"/>
                                            </p:tgtEl>
                                            <p:attrNameLst>
                                              <p:attrName>ppt_x</p:attrName>
                                            </p:attrNameLst>
                                          </p:cBhvr>
                                          <p:tavLst>
                                            <p:tav tm="0">
                                              <p:val>
                                                <p:strVal val="#ppt_x"/>
                                              </p:val>
                                            </p:tav>
                                            <p:tav tm="100000">
                                              <p:val>
                                                <p:strVal val="#ppt_x"/>
                                              </p:val>
                                            </p:tav>
                                          </p:tavLst>
                                        </p:anim>
                                        <p:anim calcmode="lin" valueType="num" p14:bounceEnd="20000">
                                          <p:cBhvr additive="base">
                                            <p:cTn id="23" dur="500" fill="hold"/>
                                            <p:tgtEl>
                                              <p:spTgt spid="46"/>
                                            </p:tgtEl>
                                            <p:attrNameLst>
                                              <p:attrName>ppt_y</p:attrName>
                                            </p:attrNameLst>
                                          </p:cBhvr>
                                          <p:tavLst>
                                            <p:tav tm="0">
                                              <p:val>
                                                <p:strVal val="1+#ppt_h/2"/>
                                              </p:val>
                                            </p:tav>
                                            <p:tav tm="100000">
                                              <p:val>
                                                <p:strVal val="#ppt_y"/>
                                              </p:val>
                                            </p:tav>
                                          </p:tavLst>
                                        </p:anim>
                                      </p:childTnLst>
                                    </p:cTn>
                                  </p:par>
                                  <p:par>
                                    <p:cTn id="24" presetID="2" presetClass="entr" presetSubtype="4" accel="22000" fill="hold" nodeType="withEffect" p14:presetBounceEnd="20000">
                                      <p:stCondLst>
                                        <p:cond delay="3000"/>
                                      </p:stCondLst>
                                      <p:childTnLst>
                                        <p:set>
                                          <p:cBhvr>
                                            <p:cTn id="25" dur="1" fill="hold">
                                              <p:stCondLst>
                                                <p:cond delay="0"/>
                                              </p:stCondLst>
                                            </p:cTn>
                                            <p:tgtEl>
                                              <p:spTgt spid="51"/>
                                            </p:tgtEl>
                                            <p:attrNameLst>
                                              <p:attrName>style.visibility</p:attrName>
                                            </p:attrNameLst>
                                          </p:cBhvr>
                                          <p:to>
                                            <p:strVal val="visible"/>
                                          </p:to>
                                        </p:set>
                                        <p:anim calcmode="lin" valueType="num" p14:bounceEnd="20000">
                                          <p:cBhvr additive="base">
                                            <p:cTn id="26" dur="500" fill="hold"/>
                                            <p:tgtEl>
                                              <p:spTgt spid="51"/>
                                            </p:tgtEl>
                                            <p:attrNameLst>
                                              <p:attrName>ppt_x</p:attrName>
                                            </p:attrNameLst>
                                          </p:cBhvr>
                                          <p:tavLst>
                                            <p:tav tm="0">
                                              <p:val>
                                                <p:strVal val="#ppt_x"/>
                                              </p:val>
                                            </p:tav>
                                            <p:tav tm="100000">
                                              <p:val>
                                                <p:strVal val="#ppt_x"/>
                                              </p:val>
                                            </p:tav>
                                          </p:tavLst>
                                        </p:anim>
                                        <p:anim calcmode="lin" valueType="num" p14:bounceEnd="20000">
                                          <p:cBhvr additive="base">
                                            <p:cTn id="27"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 presetClass="entr" presetSubtype="4" accel="22000" fill="hold" nodeType="withEffect">
                                      <p:stCondLst>
                                        <p:cond delay="2200"/>
                                      </p:stCondLst>
                                      <p:childTnLst>
                                        <p:set>
                                          <p:cBhvr>
                                            <p:cTn id="9" dur="1" fill="hold">
                                              <p:stCondLst>
                                                <p:cond delay="0"/>
                                              </p:stCondLst>
                                            </p:cTn>
                                            <p:tgtEl>
                                              <p:spTgt spid="8"/>
                                            </p:tgtEl>
                                            <p:attrNameLst>
                                              <p:attrName>style.visibility</p:attrName>
                                            </p:attrNameLst>
                                          </p:cBhvr>
                                          <p:to>
                                            <p:strVal val="visible"/>
                                          </p:to>
                                        </p:set>
                                        <p:anim calcmode="lin" valueType="num">
                                          <p:cBhvr additive="base">
                                            <p:cTn id="10" dur="500" fill="hold"/>
                                            <p:tgtEl>
                                              <p:spTgt spid="8"/>
                                            </p:tgtEl>
                                            <p:attrNameLst>
                                              <p:attrName>ppt_x</p:attrName>
                                            </p:attrNameLst>
                                          </p:cBhvr>
                                          <p:tavLst>
                                            <p:tav tm="0">
                                              <p:val>
                                                <p:strVal val="#ppt_x"/>
                                              </p:val>
                                            </p:tav>
                                            <p:tav tm="100000">
                                              <p:val>
                                                <p:strVal val="#ppt_x"/>
                                              </p:val>
                                            </p:tav>
                                          </p:tavLst>
                                        </p:anim>
                                        <p:anim calcmode="lin" valueType="num">
                                          <p:cBhvr additive="base">
                                            <p:cTn id="11" dur="500" fill="hold"/>
                                            <p:tgtEl>
                                              <p:spTgt spid="8"/>
                                            </p:tgtEl>
                                            <p:attrNameLst>
                                              <p:attrName>ppt_y</p:attrName>
                                            </p:attrNameLst>
                                          </p:cBhvr>
                                          <p:tavLst>
                                            <p:tav tm="0">
                                              <p:val>
                                                <p:strVal val="1+#ppt_h/2"/>
                                              </p:val>
                                            </p:tav>
                                            <p:tav tm="100000">
                                              <p:val>
                                                <p:strVal val="#ppt_y"/>
                                              </p:val>
                                            </p:tav>
                                          </p:tavLst>
                                        </p:anim>
                                      </p:childTnLst>
                                    </p:cTn>
                                  </p:par>
                                  <p:par>
                                    <p:cTn id="12" presetID="2" presetClass="entr" presetSubtype="4" accel="22000" fill="hold" nodeType="withEffect">
                                      <p:stCondLst>
                                        <p:cond delay="2400"/>
                                      </p:stCondLst>
                                      <p:childTnLst>
                                        <p:set>
                                          <p:cBhvr>
                                            <p:cTn id="13" dur="1" fill="hold">
                                              <p:stCondLst>
                                                <p:cond delay="0"/>
                                              </p:stCondLst>
                                            </p:cTn>
                                            <p:tgtEl>
                                              <p:spTgt spid="28"/>
                                            </p:tgtEl>
                                            <p:attrNameLst>
                                              <p:attrName>style.visibility</p:attrName>
                                            </p:attrNameLst>
                                          </p:cBhvr>
                                          <p:to>
                                            <p:strVal val="visible"/>
                                          </p:to>
                                        </p:set>
                                        <p:anim calcmode="lin" valueType="num">
                                          <p:cBhvr additive="base">
                                            <p:cTn id="14" dur="500" fill="hold"/>
                                            <p:tgtEl>
                                              <p:spTgt spid="28"/>
                                            </p:tgtEl>
                                            <p:attrNameLst>
                                              <p:attrName>ppt_x</p:attrName>
                                            </p:attrNameLst>
                                          </p:cBhvr>
                                          <p:tavLst>
                                            <p:tav tm="0">
                                              <p:val>
                                                <p:strVal val="#ppt_x"/>
                                              </p:val>
                                            </p:tav>
                                            <p:tav tm="100000">
                                              <p:val>
                                                <p:strVal val="#ppt_x"/>
                                              </p:val>
                                            </p:tav>
                                          </p:tavLst>
                                        </p:anim>
                                        <p:anim calcmode="lin" valueType="num">
                                          <p:cBhvr additive="base">
                                            <p:cTn id="15" dur="500" fill="hold"/>
                                            <p:tgtEl>
                                              <p:spTgt spid="28"/>
                                            </p:tgtEl>
                                            <p:attrNameLst>
                                              <p:attrName>ppt_y</p:attrName>
                                            </p:attrNameLst>
                                          </p:cBhvr>
                                          <p:tavLst>
                                            <p:tav tm="0">
                                              <p:val>
                                                <p:strVal val="1+#ppt_h/2"/>
                                              </p:val>
                                            </p:tav>
                                            <p:tav tm="100000">
                                              <p:val>
                                                <p:strVal val="#ppt_y"/>
                                              </p:val>
                                            </p:tav>
                                          </p:tavLst>
                                        </p:anim>
                                      </p:childTnLst>
                                    </p:cTn>
                                  </p:par>
                                  <p:par>
                                    <p:cTn id="16" presetID="2" presetClass="entr" presetSubtype="4" accel="22000" fill="hold" nodeType="withEffect">
                                      <p:stCondLst>
                                        <p:cond delay="2600"/>
                                      </p:stCondLst>
                                      <p:childTnLst>
                                        <p:set>
                                          <p:cBhvr>
                                            <p:cTn id="17" dur="1" fill="hold">
                                              <p:stCondLst>
                                                <p:cond delay="0"/>
                                              </p:stCondLst>
                                            </p:cTn>
                                            <p:tgtEl>
                                              <p:spTgt spid="38"/>
                                            </p:tgtEl>
                                            <p:attrNameLst>
                                              <p:attrName>style.visibility</p:attrName>
                                            </p:attrNameLst>
                                          </p:cBhvr>
                                          <p:to>
                                            <p:strVal val="visible"/>
                                          </p:to>
                                        </p:set>
                                        <p:anim calcmode="lin" valueType="num">
                                          <p:cBhvr additive="base">
                                            <p:cTn id="18" dur="500" fill="hold"/>
                                            <p:tgtEl>
                                              <p:spTgt spid="38"/>
                                            </p:tgtEl>
                                            <p:attrNameLst>
                                              <p:attrName>ppt_x</p:attrName>
                                            </p:attrNameLst>
                                          </p:cBhvr>
                                          <p:tavLst>
                                            <p:tav tm="0">
                                              <p:val>
                                                <p:strVal val="#ppt_x"/>
                                              </p:val>
                                            </p:tav>
                                            <p:tav tm="100000">
                                              <p:val>
                                                <p:strVal val="#ppt_x"/>
                                              </p:val>
                                            </p:tav>
                                          </p:tavLst>
                                        </p:anim>
                                        <p:anim calcmode="lin" valueType="num">
                                          <p:cBhvr additive="base">
                                            <p:cTn id="19" dur="500" fill="hold"/>
                                            <p:tgtEl>
                                              <p:spTgt spid="38"/>
                                            </p:tgtEl>
                                            <p:attrNameLst>
                                              <p:attrName>ppt_y</p:attrName>
                                            </p:attrNameLst>
                                          </p:cBhvr>
                                          <p:tavLst>
                                            <p:tav tm="0">
                                              <p:val>
                                                <p:strVal val="1+#ppt_h/2"/>
                                              </p:val>
                                            </p:tav>
                                            <p:tav tm="100000">
                                              <p:val>
                                                <p:strVal val="#ppt_y"/>
                                              </p:val>
                                            </p:tav>
                                          </p:tavLst>
                                        </p:anim>
                                      </p:childTnLst>
                                    </p:cTn>
                                  </p:par>
                                  <p:par>
                                    <p:cTn id="20" presetID="2" presetClass="entr" presetSubtype="4" accel="22000" fill="hold" nodeType="withEffect">
                                      <p:stCondLst>
                                        <p:cond delay="2800"/>
                                      </p:stCondLst>
                                      <p:childTnLst>
                                        <p:set>
                                          <p:cBhvr>
                                            <p:cTn id="21" dur="1" fill="hold">
                                              <p:stCondLst>
                                                <p:cond delay="0"/>
                                              </p:stCondLst>
                                            </p:cTn>
                                            <p:tgtEl>
                                              <p:spTgt spid="46"/>
                                            </p:tgtEl>
                                            <p:attrNameLst>
                                              <p:attrName>style.visibility</p:attrName>
                                            </p:attrNameLst>
                                          </p:cBhvr>
                                          <p:to>
                                            <p:strVal val="visible"/>
                                          </p:to>
                                        </p:set>
                                        <p:anim calcmode="lin" valueType="num">
                                          <p:cBhvr additive="base">
                                            <p:cTn id="22" dur="500" fill="hold"/>
                                            <p:tgtEl>
                                              <p:spTgt spid="46"/>
                                            </p:tgtEl>
                                            <p:attrNameLst>
                                              <p:attrName>ppt_x</p:attrName>
                                            </p:attrNameLst>
                                          </p:cBhvr>
                                          <p:tavLst>
                                            <p:tav tm="0">
                                              <p:val>
                                                <p:strVal val="#ppt_x"/>
                                              </p:val>
                                            </p:tav>
                                            <p:tav tm="100000">
                                              <p:val>
                                                <p:strVal val="#ppt_x"/>
                                              </p:val>
                                            </p:tav>
                                          </p:tavLst>
                                        </p:anim>
                                        <p:anim calcmode="lin" valueType="num">
                                          <p:cBhvr additive="base">
                                            <p:cTn id="23" dur="500" fill="hold"/>
                                            <p:tgtEl>
                                              <p:spTgt spid="46"/>
                                            </p:tgtEl>
                                            <p:attrNameLst>
                                              <p:attrName>ppt_y</p:attrName>
                                            </p:attrNameLst>
                                          </p:cBhvr>
                                          <p:tavLst>
                                            <p:tav tm="0">
                                              <p:val>
                                                <p:strVal val="1+#ppt_h/2"/>
                                              </p:val>
                                            </p:tav>
                                            <p:tav tm="100000">
                                              <p:val>
                                                <p:strVal val="#ppt_y"/>
                                              </p:val>
                                            </p:tav>
                                          </p:tavLst>
                                        </p:anim>
                                      </p:childTnLst>
                                    </p:cTn>
                                  </p:par>
                                  <p:par>
                                    <p:cTn id="24" presetID="2" presetClass="entr" presetSubtype="4" accel="22000" fill="hold" nodeType="withEffect">
                                      <p:stCondLst>
                                        <p:cond delay="3000"/>
                                      </p:stCondLst>
                                      <p:childTnLst>
                                        <p:set>
                                          <p:cBhvr>
                                            <p:cTn id="25" dur="1" fill="hold">
                                              <p:stCondLst>
                                                <p:cond delay="0"/>
                                              </p:stCondLst>
                                            </p:cTn>
                                            <p:tgtEl>
                                              <p:spTgt spid="51"/>
                                            </p:tgtEl>
                                            <p:attrNameLst>
                                              <p:attrName>style.visibility</p:attrName>
                                            </p:attrNameLst>
                                          </p:cBhvr>
                                          <p:to>
                                            <p:strVal val="visible"/>
                                          </p:to>
                                        </p:set>
                                        <p:anim calcmode="lin" valueType="num">
                                          <p:cBhvr additive="base">
                                            <p:cTn id="26" dur="500" fill="hold"/>
                                            <p:tgtEl>
                                              <p:spTgt spid="51"/>
                                            </p:tgtEl>
                                            <p:attrNameLst>
                                              <p:attrName>ppt_x</p:attrName>
                                            </p:attrNameLst>
                                          </p:cBhvr>
                                          <p:tavLst>
                                            <p:tav tm="0">
                                              <p:val>
                                                <p:strVal val="#ppt_x"/>
                                              </p:val>
                                            </p:tav>
                                            <p:tav tm="100000">
                                              <p:val>
                                                <p:strVal val="#ppt_x"/>
                                              </p:val>
                                            </p:tav>
                                          </p:tavLst>
                                        </p:anim>
                                        <p:anim calcmode="lin" valueType="num">
                                          <p:cBhvr additive="base">
                                            <p:cTn id="27"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281794" y="238579"/>
            <a:ext cx="9553575" cy="512536"/>
          </a:xfrm>
        </p:spPr>
        <p:txBody>
          <a:bodyPr>
            <a:noAutofit/>
          </a:bodyPr>
          <a:lstStyle>
            <a:lvl1pPr>
              <a:defRPr sz="3600" b="0">
                <a:solidFill>
                  <a:schemeClr val="accent1"/>
                </a:solidFill>
              </a:defRPr>
            </a:lvl1pPr>
          </a:lstStyle>
          <a:p>
            <a:r>
              <a:rPr lang="zh-CN" altLang="en-US" dirty="0"/>
              <a:t>单击此处编辑母版标题样式</a:t>
            </a:r>
          </a:p>
        </p:txBody>
      </p:sp>
      <p:sp>
        <p:nvSpPr>
          <p:cNvPr id="3" name="内容占位符 2"/>
          <p:cNvSpPr>
            <a:spLocks noGrp="1"/>
          </p:cNvSpPr>
          <p:nvPr>
            <p:ph idx="1"/>
          </p:nvPr>
        </p:nvSpPr>
        <p:spPr>
          <a:xfrm>
            <a:off x="838200" y="1147084"/>
            <a:ext cx="10515600" cy="5233307"/>
          </a:xfrm>
        </p:spPr>
        <p:txBody>
          <a:bodyPr>
            <a:normAutofit/>
          </a:bodyPr>
          <a:lstStyle>
            <a:lvl1pPr>
              <a:lnSpc>
                <a:spcPct val="100000"/>
              </a:lnSpc>
              <a:spcBef>
                <a:spcPts val="450"/>
              </a:spcBef>
              <a:spcAft>
                <a:spcPts val="450"/>
              </a:spcAft>
              <a:defRPr sz="2800"/>
            </a:lvl1pPr>
            <a:lvl2pPr>
              <a:lnSpc>
                <a:spcPct val="100000"/>
              </a:lnSpc>
              <a:spcBef>
                <a:spcPts val="450"/>
              </a:spcBef>
              <a:spcAft>
                <a:spcPts val="450"/>
              </a:spcAft>
              <a:defRPr sz="2400"/>
            </a:lvl2pPr>
            <a:lvl3pPr>
              <a:lnSpc>
                <a:spcPct val="100000"/>
              </a:lnSpc>
              <a:spcBef>
                <a:spcPts val="450"/>
              </a:spcBef>
              <a:spcAft>
                <a:spcPts val="450"/>
              </a:spcAft>
              <a:defRPr sz="1800"/>
            </a:lvl3pPr>
            <a:lvl4pPr>
              <a:lnSpc>
                <a:spcPct val="100000"/>
              </a:lnSpc>
              <a:spcBef>
                <a:spcPts val="450"/>
              </a:spcBef>
              <a:spcAft>
                <a:spcPts val="450"/>
              </a:spcAft>
              <a:defRPr sz="1600"/>
            </a:lvl4pPr>
            <a:lvl5pPr>
              <a:lnSpc>
                <a:spcPct val="100000"/>
              </a:lnSpc>
              <a:spcBef>
                <a:spcPts val="450"/>
              </a:spcBef>
              <a:spcAft>
                <a:spcPts val="450"/>
              </a:spcAft>
              <a:defRPr sz="1600"/>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fld id="{01B92B5C-1985-464E-9994-6A52BBD32ECE}" type="datetime1">
              <a:rPr lang="zh-CN" altLang="en-US" smtClean="0"/>
              <a:t>2023/12/13</a:t>
            </a:fld>
            <a:endParaRPr lang="zh-CN" altLang="en-US"/>
          </a:p>
        </p:txBody>
      </p:sp>
      <p:sp>
        <p:nvSpPr>
          <p:cNvPr id="5" name="页脚占位符 4"/>
          <p:cNvSpPr>
            <a:spLocks noGrp="1"/>
          </p:cNvSpPr>
          <p:nvPr>
            <p:ph type="ftr" sz="quarter" idx="11"/>
          </p:nvPr>
        </p:nvSpPr>
        <p:spPr/>
        <p:txBody>
          <a:bodyPr/>
          <a:lstStyle/>
          <a:p>
            <a:endParaRPr lang="zh-CN" altLang="en-US" dirty="0"/>
          </a:p>
        </p:txBody>
      </p:sp>
      <p:grpSp>
        <p:nvGrpSpPr>
          <p:cNvPr id="7" name="组合 6">
            <a:extLst>
              <a:ext uri="{FF2B5EF4-FFF2-40B4-BE49-F238E27FC236}">
                <a16:creationId xmlns:a16="http://schemas.microsoft.com/office/drawing/2014/main" id="{B492DC46-649C-4371-BE00-7E12AB77B934}"/>
              </a:ext>
            </a:extLst>
          </p:cNvPr>
          <p:cNvGrpSpPr/>
          <p:nvPr/>
        </p:nvGrpSpPr>
        <p:grpSpPr>
          <a:xfrm>
            <a:off x="1" y="237055"/>
            <a:ext cx="1200151" cy="488496"/>
            <a:chOff x="0" y="254454"/>
            <a:chExt cx="1795510" cy="732518"/>
          </a:xfrm>
        </p:grpSpPr>
        <p:sp>
          <p:nvSpPr>
            <p:cNvPr id="8" name="矩形 1">
              <a:extLst>
                <a:ext uri="{FF2B5EF4-FFF2-40B4-BE49-F238E27FC236}">
                  <a16:creationId xmlns:a16="http://schemas.microsoft.com/office/drawing/2014/main" id="{84087D0E-5E69-4C4D-BBAF-B8A66AD85339}"/>
                </a:ext>
              </a:extLst>
            </p:cNvPr>
            <p:cNvSpPr/>
            <p:nvPr/>
          </p:nvSpPr>
          <p:spPr>
            <a:xfrm>
              <a:off x="0" y="254454"/>
              <a:ext cx="1487837" cy="732518"/>
            </a:xfrm>
            <a:custGeom>
              <a:avLst/>
              <a:gdLst>
                <a:gd name="connsiteX0" fmla="*/ 0 w 1487837"/>
                <a:gd name="connsiteY0" fmla="*/ 0 h 914400"/>
                <a:gd name="connsiteX1" fmla="*/ 1487837 w 1487837"/>
                <a:gd name="connsiteY1" fmla="*/ 0 h 914400"/>
                <a:gd name="connsiteX2" fmla="*/ 1487837 w 1487837"/>
                <a:gd name="connsiteY2" fmla="*/ 914400 h 914400"/>
                <a:gd name="connsiteX3" fmla="*/ 0 w 1487837"/>
                <a:gd name="connsiteY3" fmla="*/ 914400 h 914400"/>
                <a:gd name="connsiteX4" fmla="*/ 0 w 1487837"/>
                <a:gd name="connsiteY4" fmla="*/ 0 h 914400"/>
                <a:gd name="connsiteX0-1" fmla="*/ 0 w 1487837"/>
                <a:gd name="connsiteY0-2" fmla="*/ 29029 h 943429"/>
                <a:gd name="connsiteX1-3" fmla="*/ 820180 w 1487837"/>
                <a:gd name="connsiteY1-4" fmla="*/ 0 h 943429"/>
                <a:gd name="connsiteX2-5" fmla="*/ 1487837 w 1487837"/>
                <a:gd name="connsiteY2-6" fmla="*/ 943429 h 943429"/>
                <a:gd name="connsiteX3-7" fmla="*/ 0 w 1487837"/>
                <a:gd name="connsiteY3-8" fmla="*/ 943429 h 943429"/>
                <a:gd name="connsiteX4-9" fmla="*/ 0 w 1487837"/>
                <a:gd name="connsiteY4-10" fmla="*/ 29029 h 943429"/>
                <a:gd name="connsiteX0-11" fmla="*/ 0 w 1487837"/>
                <a:gd name="connsiteY0-12" fmla="*/ 0 h 914400"/>
                <a:gd name="connsiteX1-13" fmla="*/ 820180 w 1487837"/>
                <a:gd name="connsiteY1-14" fmla="*/ 10659 h 914400"/>
                <a:gd name="connsiteX2-15" fmla="*/ 1487837 w 1487837"/>
                <a:gd name="connsiteY2-16" fmla="*/ 914400 h 914400"/>
                <a:gd name="connsiteX3-17" fmla="*/ 0 w 1487837"/>
                <a:gd name="connsiteY3-18" fmla="*/ 914400 h 914400"/>
                <a:gd name="connsiteX4-19" fmla="*/ 0 w 1487837"/>
                <a:gd name="connsiteY4-20" fmla="*/ 0 h 914400"/>
                <a:gd name="connsiteX0-21" fmla="*/ 0 w 1487837"/>
                <a:gd name="connsiteY0-22" fmla="*/ 0 h 914400"/>
                <a:gd name="connsiteX1-23" fmla="*/ 820180 w 1487837"/>
                <a:gd name="connsiteY1-24" fmla="*/ 2721 h 914400"/>
                <a:gd name="connsiteX2-25" fmla="*/ 1487837 w 1487837"/>
                <a:gd name="connsiteY2-26" fmla="*/ 914400 h 914400"/>
                <a:gd name="connsiteX3-27" fmla="*/ 0 w 1487837"/>
                <a:gd name="connsiteY3-28" fmla="*/ 914400 h 914400"/>
                <a:gd name="connsiteX4-29" fmla="*/ 0 w 1487837"/>
                <a:gd name="connsiteY4-30" fmla="*/ 0 h 914400"/>
                <a:gd name="connsiteX0-31" fmla="*/ 0 w 1487837"/>
                <a:gd name="connsiteY0-32" fmla="*/ 1248 h 915648"/>
                <a:gd name="connsiteX1-33" fmla="*/ 867805 w 1487837"/>
                <a:gd name="connsiteY1-34" fmla="*/ 0 h 915648"/>
                <a:gd name="connsiteX2-35" fmla="*/ 1487837 w 1487837"/>
                <a:gd name="connsiteY2-36" fmla="*/ 915648 h 915648"/>
                <a:gd name="connsiteX3-37" fmla="*/ 0 w 1487837"/>
                <a:gd name="connsiteY3-38" fmla="*/ 915648 h 915648"/>
                <a:gd name="connsiteX4-39" fmla="*/ 0 w 1487837"/>
                <a:gd name="connsiteY4-40" fmla="*/ 1248 h 91564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87837" h="915648">
                  <a:moveTo>
                    <a:pt x="0" y="1248"/>
                  </a:moveTo>
                  <a:lnTo>
                    <a:pt x="867805" y="0"/>
                  </a:lnTo>
                  <a:lnTo>
                    <a:pt x="1487837" y="915648"/>
                  </a:lnTo>
                  <a:lnTo>
                    <a:pt x="0" y="915648"/>
                  </a:lnTo>
                  <a:lnTo>
                    <a:pt x="0" y="1248"/>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350"/>
            </a:p>
          </p:txBody>
        </p:sp>
        <p:sp>
          <p:nvSpPr>
            <p:cNvPr id="9" name="任意多边形 4">
              <a:extLst>
                <a:ext uri="{FF2B5EF4-FFF2-40B4-BE49-F238E27FC236}">
                  <a16:creationId xmlns:a16="http://schemas.microsoft.com/office/drawing/2014/main" id="{1E4C8D98-A40C-4A48-9EA3-A4B8C1C723EF}"/>
                </a:ext>
              </a:extLst>
            </p:cNvPr>
            <p:cNvSpPr/>
            <p:nvPr/>
          </p:nvSpPr>
          <p:spPr>
            <a:xfrm>
              <a:off x="1010747" y="254454"/>
              <a:ext cx="784763" cy="732518"/>
            </a:xfrm>
            <a:custGeom>
              <a:avLst/>
              <a:gdLst>
                <a:gd name="connsiteX0" fmla="*/ 164731 w 784763"/>
                <a:gd name="connsiteY0" fmla="*/ 0 h 732518"/>
                <a:gd name="connsiteX1" fmla="*/ 784763 w 784763"/>
                <a:gd name="connsiteY1" fmla="*/ 732518 h 732518"/>
                <a:gd name="connsiteX2" fmla="*/ 619871 w 784763"/>
                <a:gd name="connsiteY2" fmla="*/ 732518 h 732518"/>
                <a:gd name="connsiteX3" fmla="*/ 0 w 784763"/>
                <a:gd name="connsiteY3" fmla="*/ 190 h 732518"/>
              </a:gdLst>
              <a:ahLst/>
              <a:cxnLst>
                <a:cxn ang="0">
                  <a:pos x="connsiteX0" y="connsiteY0"/>
                </a:cxn>
                <a:cxn ang="0">
                  <a:pos x="connsiteX1" y="connsiteY1"/>
                </a:cxn>
                <a:cxn ang="0">
                  <a:pos x="connsiteX2" y="connsiteY2"/>
                </a:cxn>
                <a:cxn ang="0">
                  <a:pos x="connsiteX3" y="connsiteY3"/>
                </a:cxn>
              </a:cxnLst>
              <a:rect l="l" t="t" r="r" b="b"/>
              <a:pathLst>
                <a:path w="784763" h="732518">
                  <a:moveTo>
                    <a:pt x="164731" y="0"/>
                  </a:moveTo>
                  <a:lnTo>
                    <a:pt x="784763" y="732518"/>
                  </a:lnTo>
                  <a:lnTo>
                    <a:pt x="619871" y="732518"/>
                  </a:lnTo>
                  <a:lnTo>
                    <a:pt x="0" y="1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350"/>
            </a:p>
          </p:txBody>
        </p:sp>
      </p:grpSp>
      <p:grpSp>
        <p:nvGrpSpPr>
          <p:cNvPr id="10" name="组合 9">
            <a:extLst>
              <a:ext uri="{FF2B5EF4-FFF2-40B4-BE49-F238E27FC236}">
                <a16:creationId xmlns:a16="http://schemas.microsoft.com/office/drawing/2014/main" id="{202F2469-59F2-4336-87AE-7A3ADA9B58E5}"/>
              </a:ext>
            </a:extLst>
          </p:cNvPr>
          <p:cNvGrpSpPr/>
          <p:nvPr/>
        </p:nvGrpSpPr>
        <p:grpSpPr>
          <a:xfrm>
            <a:off x="0" y="6575727"/>
            <a:ext cx="12195693" cy="282275"/>
            <a:chOff x="-3693" y="6575725"/>
            <a:chExt cx="12195693" cy="282275"/>
          </a:xfrm>
        </p:grpSpPr>
        <p:sp>
          <p:nvSpPr>
            <p:cNvPr id="11" name="矩形 19">
              <a:extLst>
                <a:ext uri="{FF2B5EF4-FFF2-40B4-BE49-F238E27FC236}">
                  <a16:creationId xmlns:a16="http://schemas.microsoft.com/office/drawing/2014/main" id="{13251B82-8654-4AE7-8DCF-E8C422C7F5B9}"/>
                </a:ext>
              </a:extLst>
            </p:cNvPr>
            <p:cNvSpPr/>
            <p:nvPr/>
          </p:nvSpPr>
          <p:spPr>
            <a:xfrm>
              <a:off x="-3693" y="6575725"/>
              <a:ext cx="9213008" cy="282275"/>
            </a:xfrm>
            <a:custGeom>
              <a:avLst/>
              <a:gdLst>
                <a:gd name="connsiteX0" fmla="*/ 0 w 9785869"/>
                <a:gd name="connsiteY0" fmla="*/ 0 h 282275"/>
                <a:gd name="connsiteX1" fmla="*/ 9785869 w 9785869"/>
                <a:gd name="connsiteY1" fmla="*/ 0 h 282275"/>
                <a:gd name="connsiteX2" fmla="*/ 9785869 w 9785869"/>
                <a:gd name="connsiteY2" fmla="*/ 282275 h 282275"/>
                <a:gd name="connsiteX3" fmla="*/ 0 w 9785869"/>
                <a:gd name="connsiteY3" fmla="*/ 282275 h 282275"/>
                <a:gd name="connsiteX4" fmla="*/ 0 w 9785869"/>
                <a:gd name="connsiteY4" fmla="*/ 0 h 282275"/>
                <a:gd name="connsiteX0-1" fmla="*/ 0 w 9785869"/>
                <a:gd name="connsiteY0-2" fmla="*/ 0 h 282275"/>
                <a:gd name="connsiteX1-3" fmla="*/ 9785869 w 9785869"/>
                <a:gd name="connsiteY1-4" fmla="*/ 0 h 282275"/>
                <a:gd name="connsiteX2-5" fmla="*/ 9500119 w 9785869"/>
                <a:gd name="connsiteY2-6" fmla="*/ 282275 h 282275"/>
                <a:gd name="connsiteX3-7" fmla="*/ 0 w 9785869"/>
                <a:gd name="connsiteY3-8" fmla="*/ 282275 h 282275"/>
                <a:gd name="connsiteX4-9" fmla="*/ 0 w 9785869"/>
                <a:gd name="connsiteY4-10" fmla="*/ 0 h 282275"/>
                <a:gd name="connsiteX0-11" fmla="*/ 0 w 9785869"/>
                <a:gd name="connsiteY0-12" fmla="*/ 0 h 282275"/>
                <a:gd name="connsiteX1-13" fmla="*/ 9785869 w 9785869"/>
                <a:gd name="connsiteY1-14" fmla="*/ 0 h 282275"/>
                <a:gd name="connsiteX2-15" fmla="*/ 9623944 w 9785869"/>
                <a:gd name="connsiteY2-16" fmla="*/ 263225 h 282275"/>
                <a:gd name="connsiteX3-17" fmla="*/ 0 w 9785869"/>
                <a:gd name="connsiteY3-18" fmla="*/ 282275 h 282275"/>
                <a:gd name="connsiteX4-19" fmla="*/ 0 w 9785869"/>
                <a:gd name="connsiteY4-20" fmla="*/ 0 h 282275"/>
                <a:gd name="connsiteX0-21" fmla="*/ 0 w 9785869"/>
                <a:gd name="connsiteY0-22" fmla="*/ 0 h 282275"/>
                <a:gd name="connsiteX1-23" fmla="*/ 9785869 w 9785869"/>
                <a:gd name="connsiteY1-24" fmla="*/ 0 h 282275"/>
                <a:gd name="connsiteX2-25" fmla="*/ 9633469 w 9785869"/>
                <a:gd name="connsiteY2-26" fmla="*/ 282275 h 282275"/>
                <a:gd name="connsiteX3-27" fmla="*/ 0 w 9785869"/>
                <a:gd name="connsiteY3-28" fmla="*/ 282275 h 282275"/>
                <a:gd name="connsiteX4-29" fmla="*/ 0 w 9785869"/>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785869" h="282275">
                  <a:moveTo>
                    <a:pt x="0" y="0"/>
                  </a:moveTo>
                  <a:lnTo>
                    <a:pt x="9785869" y="0"/>
                  </a:lnTo>
                  <a:lnTo>
                    <a:pt x="9633469" y="282275"/>
                  </a:lnTo>
                  <a:lnTo>
                    <a:pt x="0" y="282275"/>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350"/>
            </a:p>
          </p:txBody>
        </p:sp>
        <p:sp>
          <p:nvSpPr>
            <p:cNvPr id="12" name="文本框 11">
              <a:extLst>
                <a:ext uri="{FF2B5EF4-FFF2-40B4-BE49-F238E27FC236}">
                  <a16:creationId xmlns:a16="http://schemas.microsoft.com/office/drawing/2014/main" id="{DF7438A7-23DE-46F1-82DA-7D1E2B69C890}"/>
                </a:ext>
              </a:extLst>
            </p:cNvPr>
            <p:cNvSpPr txBox="1"/>
            <p:nvPr/>
          </p:nvSpPr>
          <p:spPr>
            <a:xfrm>
              <a:off x="9095014" y="6575725"/>
              <a:ext cx="2496912" cy="230832"/>
            </a:xfrm>
            <a:prstGeom prst="rect">
              <a:avLst/>
            </a:prstGeom>
            <a:noFill/>
          </p:spPr>
          <p:txBody>
            <a:bodyPr wrap="square" rtlCol="0">
              <a:spAutoFit/>
            </a:bodyPr>
            <a:lstStyle/>
            <a:p>
              <a:pPr algn="dist"/>
              <a:r>
                <a:rPr lang="zh-CN" altLang="en-US" sz="900" i="1" dirty="0">
                  <a:solidFill>
                    <a:schemeClr val="tx1">
                      <a:lumMod val="75000"/>
                      <a:lumOff val="25000"/>
                    </a:schemeClr>
                  </a:solidFill>
                </a:rPr>
                <a:t>河南大学计算机与信息工程学院</a:t>
              </a:r>
            </a:p>
          </p:txBody>
        </p:sp>
        <p:sp>
          <p:nvSpPr>
            <p:cNvPr id="13" name="矩形 21">
              <a:extLst>
                <a:ext uri="{FF2B5EF4-FFF2-40B4-BE49-F238E27FC236}">
                  <a16:creationId xmlns:a16="http://schemas.microsoft.com/office/drawing/2014/main" id="{F591C9DB-985F-4F14-A901-B51657D6E773}"/>
                </a:ext>
              </a:extLst>
            </p:cNvPr>
            <p:cNvSpPr/>
            <p:nvPr/>
          </p:nvSpPr>
          <p:spPr>
            <a:xfrm>
              <a:off x="11591925" y="6575725"/>
              <a:ext cx="600075" cy="282275"/>
            </a:xfrm>
            <a:custGeom>
              <a:avLst/>
              <a:gdLst>
                <a:gd name="connsiteX0" fmla="*/ 0 w 600075"/>
                <a:gd name="connsiteY0" fmla="*/ 0 h 282275"/>
                <a:gd name="connsiteX1" fmla="*/ 600075 w 600075"/>
                <a:gd name="connsiteY1" fmla="*/ 0 h 282275"/>
                <a:gd name="connsiteX2" fmla="*/ 600075 w 600075"/>
                <a:gd name="connsiteY2" fmla="*/ 282275 h 282275"/>
                <a:gd name="connsiteX3" fmla="*/ 0 w 600075"/>
                <a:gd name="connsiteY3" fmla="*/ 282275 h 282275"/>
                <a:gd name="connsiteX4" fmla="*/ 0 w 600075"/>
                <a:gd name="connsiteY4" fmla="*/ 0 h 282275"/>
                <a:gd name="connsiteX0-1" fmla="*/ 247650 w 600075"/>
                <a:gd name="connsiteY0-2" fmla="*/ 0 h 282275"/>
                <a:gd name="connsiteX1-3" fmla="*/ 600075 w 600075"/>
                <a:gd name="connsiteY1-4" fmla="*/ 0 h 282275"/>
                <a:gd name="connsiteX2-5" fmla="*/ 600075 w 600075"/>
                <a:gd name="connsiteY2-6" fmla="*/ 282275 h 282275"/>
                <a:gd name="connsiteX3-7" fmla="*/ 0 w 600075"/>
                <a:gd name="connsiteY3-8" fmla="*/ 282275 h 282275"/>
                <a:gd name="connsiteX4-9" fmla="*/ 247650 w 600075"/>
                <a:gd name="connsiteY4-10" fmla="*/ 0 h 282275"/>
                <a:gd name="connsiteX0-11" fmla="*/ 217170 w 600075"/>
                <a:gd name="connsiteY0-12" fmla="*/ 0 h 282275"/>
                <a:gd name="connsiteX1-13" fmla="*/ 600075 w 600075"/>
                <a:gd name="connsiteY1-14" fmla="*/ 0 h 282275"/>
                <a:gd name="connsiteX2-15" fmla="*/ 600075 w 600075"/>
                <a:gd name="connsiteY2-16" fmla="*/ 282275 h 282275"/>
                <a:gd name="connsiteX3-17" fmla="*/ 0 w 600075"/>
                <a:gd name="connsiteY3-18" fmla="*/ 282275 h 282275"/>
                <a:gd name="connsiteX4-19" fmla="*/ 217170 w 600075"/>
                <a:gd name="connsiteY4-20" fmla="*/ 0 h 282275"/>
                <a:gd name="connsiteX0-21" fmla="*/ 140970 w 600075"/>
                <a:gd name="connsiteY0-22" fmla="*/ 0 h 282275"/>
                <a:gd name="connsiteX1-23" fmla="*/ 600075 w 600075"/>
                <a:gd name="connsiteY1-24" fmla="*/ 0 h 282275"/>
                <a:gd name="connsiteX2-25" fmla="*/ 600075 w 600075"/>
                <a:gd name="connsiteY2-26" fmla="*/ 282275 h 282275"/>
                <a:gd name="connsiteX3-27" fmla="*/ 0 w 600075"/>
                <a:gd name="connsiteY3-28" fmla="*/ 282275 h 282275"/>
                <a:gd name="connsiteX4-29" fmla="*/ 140970 w 600075"/>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00075" h="282275">
                  <a:moveTo>
                    <a:pt x="140970" y="0"/>
                  </a:moveTo>
                  <a:lnTo>
                    <a:pt x="600075" y="0"/>
                  </a:lnTo>
                  <a:lnTo>
                    <a:pt x="600075" y="282275"/>
                  </a:lnTo>
                  <a:lnTo>
                    <a:pt x="0" y="282275"/>
                  </a:lnTo>
                  <a:lnTo>
                    <a:pt x="14097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350"/>
            </a:p>
          </p:txBody>
        </p:sp>
      </p:grpSp>
      <p:sp>
        <p:nvSpPr>
          <p:cNvPr id="6" name="灯片编号占位符 5"/>
          <p:cNvSpPr>
            <a:spLocks noGrp="1"/>
          </p:cNvSpPr>
          <p:nvPr>
            <p:ph type="sldNum" sz="quarter" idx="12"/>
          </p:nvPr>
        </p:nvSpPr>
        <p:spPr>
          <a:xfrm>
            <a:off x="10919733" y="6584496"/>
            <a:ext cx="1272268" cy="273504"/>
          </a:xfrm>
        </p:spPr>
        <p:txBody>
          <a:bodyPr/>
          <a:lstStyle>
            <a:lvl1pPr>
              <a:defRPr>
                <a:solidFill>
                  <a:schemeClr val="bg1"/>
                </a:solidFill>
              </a:defRPr>
            </a:lvl1pPr>
          </a:lstStyle>
          <a:p>
            <a:fld id="{47C9E101-E51D-431E-84FA-C029B8655B60}" type="slidenum">
              <a:rPr lang="zh-CN" altLang="en-US" smtClean="0"/>
              <a:pPr/>
              <a:t>‹#›</a:t>
            </a:fld>
            <a:endParaRPr lang="zh-CN" altLang="en-US" dirty="0"/>
          </a:p>
        </p:txBody>
      </p:sp>
    </p:spTree>
    <p:extLst>
      <p:ext uri="{BB962C8B-B14F-4D97-AF65-F5344CB8AC3E}">
        <p14:creationId xmlns:p14="http://schemas.microsoft.com/office/powerpoint/2010/main" val="42188547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40"/>
            <a:ext cx="105156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21F4DE29-5E62-4F5B-9DF3-5DCEBFE68F57}" type="datetime1">
              <a:rPr lang="zh-CN" altLang="en-US" smtClean="0"/>
              <a:t>2023/12/13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C9E101-E51D-431E-84FA-C029B8655B60}" type="slidenum">
              <a:rPr lang="zh-CN" altLang="en-US" smtClean="0"/>
              <a:pPr/>
              <a:t>‹#›</a:t>
            </a:fld>
            <a:endParaRPr lang="zh-CN" altLang="en-US"/>
          </a:p>
        </p:txBody>
      </p:sp>
    </p:spTree>
    <p:extLst>
      <p:ext uri="{BB962C8B-B14F-4D97-AF65-F5344CB8AC3E}">
        <p14:creationId xmlns:p14="http://schemas.microsoft.com/office/powerpoint/2010/main" val="3978781820"/>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id="{53A3343A-59AE-4A2F-B3CD-6A009219BBEB}"/>
              </a:ext>
            </a:extLst>
          </p:cNvPr>
          <p:cNvGrpSpPr/>
          <p:nvPr/>
        </p:nvGrpSpPr>
        <p:grpSpPr>
          <a:xfrm>
            <a:off x="0" y="6575727"/>
            <a:ext cx="12195693" cy="282275"/>
            <a:chOff x="-3693" y="6575725"/>
            <a:chExt cx="12195693" cy="282275"/>
          </a:xfrm>
        </p:grpSpPr>
        <p:sp>
          <p:nvSpPr>
            <p:cNvPr id="12" name="矩形 19">
              <a:extLst>
                <a:ext uri="{FF2B5EF4-FFF2-40B4-BE49-F238E27FC236}">
                  <a16:creationId xmlns:a16="http://schemas.microsoft.com/office/drawing/2014/main" id="{77E6E2F6-076F-44AF-A427-D4E574D9DAD9}"/>
                </a:ext>
              </a:extLst>
            </p:cNvPr>
            <p:cNvSpPr/>
            <p:nvPr/>
          </p:nvSpPr>
          <p:spPr>
            <a:xfrm>
              <a:off x="-3693" y="6575725"/>
              <a:ext cx="9213008" cy="282275"/>
            </a:xfrm>
            <a:custGeom>
              <a:avLst/>
              <a:gdLst>
                <a:gd name="connsiteX0" fmla="*/ 0 w 9785869"/>
                <a:gd name="connsiteY0" fmla="*/ 0 h 282275"/>
                <a:gd name="connsiteX1" fmla="*/ 9785869 w 9785869"/>
                <a:gd name="connsiteY1" fmla="*/ 0 h 282275"/>
                <a:gd name="connsiteX2" fmla="*/ 9785869 w 9785869"/>
                <a:gd name="connsiteY2" fmla="*/ 282275 h 282275"/>
                <a:gd name="connsiteX3" fmla="*/ 0 w 9785869"/>
                <a:gd name="connsiteY3" fmla="*/ 282275 h 282275"/>
                <a:gd name="connsiteX4" fmla="*/ 0 w 9785869"/>
                <a:gd name="connsiteY4" fmla="*/ 0 h 282275"/>
                <a:gd name="connsiteX0-1" fmla="*/ 0 w 9785869"/>
                <a:gd name="connsiteY0-2" fmla="*/ 0 h 282275"/>
                <a:gd name="connsiteX1-3" fmla="*/ 9785869 w 9785869"/>
                <a:gd name="connsiteY1-4" fmla="*/ 0 h 282275"/>
                <a:gd name="connsiteX2-5" fmla="*/ 9500119 w 9785869"/>
                <a:gd name="connsiteY2-6" fmla="*/ 282275 h 282275"/>
                <a:gd name="connsiteX3-7" fmla="*/ 0 w 9785869"/>
                <a:gd name="connsiteY3-8" fmla="*/ 282275 h 282275"/>
                <a:gd name="connsiteX4-9" fmla="*/ 0 w 9785869"/>
                <a:gd name="connsiteY4-10" fmla="*/ 0 h 282275"/>
                <a:gd name="connsiteX0-11" fmla="*/ 0 w 9785869"/>
                <a:gd name="connsiteY0-12" fmla="*/ 0 h 282275"/>
                <a:gd name="connsiteX1-13" fmla="*/ 9785869 w 9785869"/>
                <a:gd name="connsiteY1-14" fmla="*/ 0 h 282275"/>
                <a:gd name="connsiteX2-15" fmla="*/ 9623944 w 9785869"/>
                <a:gd name="connsiteY2-16" fmla="*/ 263225 h 282275"/>
                <a:gd name="connsiteX3-17" fmla="*/ 0 w 9785869"/>
                <a:gd name="connsiteY3-18" fmla="*/ 282275 h 282275"/>
                <a:gd name="connsiteX4-19" fmla="*/ 0 w 9785869"/>
                <a:gd name="connsiteY4-20" fmla="*/ 0 h 282275"/>
                <a:gd name="connsiteX0-21" fmla="*/ 0 w 9785869"/>
                <a:gd name="connsiteY0-22" fmla="*/ 0 h 282275"/>
                <a:gd name="connsiteX1-23" fmla="*/ 9785869 w 9785869"/>
                <a:gd name="connsiteY1-24" fmla="*/ 0 h 282275"/>
                <a:gd name="connsiteX2-25" fmla="*/ 9633469 w 9785869"/>
                <a:gd name="connsiteY2-26" fmla="*/ 282275 h 282275"/>
                <a:gd name="connsiteX3-27" fmla="*/ 0 w 9785869"/>
                <a:gd name="connsiteY3-28" fmla="*/ 282275 h 282275"/>
                <a:gd name="connsiteX4-29" fmla="*/ 0 w 9785869"/>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785869" h="282275">
                  <a:moveTo>
                    <a:pt x="0" y="0"/>
                  </a:moveTo>
                  <a:lnTo>
                    <a:pt x="9785869" y="0"/>
                  </a:lnTo>
                  <a:lnTo>
                    <a:pt x="9633469" y="282275"/>
                  </a:lnTo>
                  <a:lnTo>
                    <a:pt x="0" y="282275"/>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350"/>
            </a:p>
          </p:txBody>
        </p:sp>
        <p:sp>
          <p:nvSpPr>
            <p:cNvPr id="13" name="文本框 12">
              <a:extLst>
                <a:ext uri="{FF2B5EF4-FFF2-40B4-BE49-F238E27FC236}">
                  <a16:creationId xmlns:a16="http://schemas.microsoft.com/office/drawing/2014/main" id="{18A8A0EF-563C-449D-A72A-E94BE5F23A1B}"/>
                </a:ext>
              </a:extLst>
            </p:cNvPr>
            <p:cNvSpPr txBox="1"/>
            <p:nvPr/>
          </p:nvSpPr>
          <p:spPr>
            <a:xfrm>
              <a:off x="9095014" y="6575725"/>
              <a:ext cx="2496912" cy="230832"/>
            </a:xfrm>
            <a:prstGeom prst="rect">
              <a:avLst/>
            </a:prstGeom>
            <a:noFill/>
          </p:spPr>
          <p:txBody>
            <a:bodyPr wrap="square" rtlCol="0">
              <a:spAutoFit/>
            </a:bodyPr>
            <a:lstStyle/>
            <a:p>
              <a:pPr algn="dist"/>
              <a:r>
                <a:rPr lang="zh-CN" altLang="en-US" sz="900" i="1" dirty="0">
                  <a:solidFill>
                    <a:schemeClr val="tx1">
                      <a:lumMod val="75000"/>
                      <a:lumOff val="25000"/>
                    </a:schemeClr>
                  </a:solidFill>
                </a:rPr>
                <a:t>河南大学计算机与信息工程学院</a:t>
              </a:r>
            </a:p>
          </p:txBody>
        </p:sp>
        <p:sp>
          <p:nvSpPr>
            <p:cNvPr id="14" name="矩形 21">
              <a:extLst>
                <a:ext uri="{FF2B5EF4-FFF2-40B4-BE49-F238E27FC236}">
                  <a16:creationId xmlns:a16="http://schemas.microsoft.com/office/drawing/2014/main" id="{2B584D5A-E13D-4D49-BE6D-6370F8729161}"/>
                </a:ext>
              </a:extLst>
            </p:cNvPr>
            <p:cNvSpPr/>
            <p:nvPr/>
          </p:nvSpPr>
          <p:spPr>
            <a:xfrm>
              <a:off x="11591925" y="6575725"/>
              <a:ext cx="600075" cy="282275"/>
            </a:xfrm>
            <a:custGeom>
              <a:avLst/>
              <a:gdLst>
                <a:gd name="connsiteX0" fmla="*/ 0 w 600075"/>
                <a:gd name="connsiteY0" fmla="*/ 0 h 282275"/>
                <a:gd name="connsiteX1" fmla="*/ 600075 w 600075"/>
                <a:gd name="connsiteY1" fmla="*/ 0 h 282275"/>
                <a:gd name="connsiteX2" fmla="*/ 600075 w 600075"/>
                <a:gd name="connsiteY2" fmla="*/ 282275 h 282275"/>
                <a:gd name="connsiteX3" fmla="*/ 0 w 600075"/>
                <a:gd name="connsiteY3" fmla="*/ 282275 h 282275"/>
                <a:gd name="connsiteX4" fmla="*/ 0 w 600075"/>
                <a:gd name="connsiteY4" fmla="*/ 0 h 282275"/>
                <a:gd name="connsiteX0-1" fmla="*/ 247650 w 600075"/>
                <a:gd name="connsiteY0-2" fmla="*/ 0 h 282275"/>
                <a:gd name="connsiteX1-3" fmla="*/ 600075 w 600075"/>
                <a:gd name="connsiteY1-4" fmla="*/ 0 h 282275"/>
                <a:gd name="connsiteX2-5" fmla="*/ 600075 w 600075"/>
                <a:gd name="connsiteY2-6" fmla="*/ 282275 h 282275"/>
                <a:gd name="connsiteX3-7" fmla="*/ 0 w 600075"/>
                <a:gd name="connsiteY3-8" fmla="*/ 282275 h 282275"/>
                <a:gd name="connsiteX4-9" fmla="*/ 247650 w 600075"/>
                <a:gd name="connsiteY4-10" fmla="*/ 0 h 282275"/>
                <a:gd name="connsiteX0-11" fmla="*/ 217170 w 600075"/>
                <a:gd name="connsiteY0-12" fmla="*/ 0 h 282275"/>
                <a:gd name="connsiteX1-13" fmla="*/ 600075 w 600075"/>
                <a:gd name="connsiteY1-14" fmla="*/ 0 h 282275"/>
                <a:gd name="connsiteX2-15" fmla="*/ 600075 w 600075"/>
                <a:gd name="connsiteY2-16" fmla="*/ 282275 h 282275"/>
                <a:gd name="connsiteX3-17" fmla="*/ 0 w 600075"/>
                <a:gd name="connsiteY3-18" fmla="*/ 282275 h 282275"/>
                <a:gd name="connsiteX4-19" fmla="*/ 217170 w 600075"/>
                <a:gd name="connsiteY4-20" fmla="*/ 0 h 282275"/>
                <a:gd name="connsiteX0-21" fmla="*/ 140970 w 600075"/>
                <a:gd name="connsiteY0-22" fmla="*/ 0 h 282275"/>
                <a:gd name="connsiteX1-23" fmla="*/ 600075 w 600075"/>
                <a:gd name="connsiteY1-24" fmla="*/ 0 h 282275"/>
                <a:gd name="connsiteX2-25" fmla="*/ 600075 w 600075"/>
                <a:gd name="connsiteY2-26" fmla="*/ 282275 h 282275"/>
                <a:gd name="connsiteX3-27" fmla="*/ 0 w 600075"/>
                <a:gd name="connsiteY3-28" fmla="*/ 282275 h 282275"/>
                <a:gd name="connsiteX4-29" fmla="*/ 140970 w 600075"/>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00075" h="282275">
                  <a:moveTo>
                    <a:pt x="140970" y="0"/>
                  </a:moveTo>
                  <a:lnTo>
                    <a:pt x="600075" y="0"/>
                  </a:lnTo>
                  <a:lnTo>
                    <a:pt x="600075" y="282275"/>
                  </a:lnTo>
                  <a:lnTo>
                    <a:pt x="0" y="282275"/>
                  </a:lnTo>
                  <a:lnTo>
                    <a:pt x="14097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350"/>
            </a:p>
          </p:txBody>
        </p:sp>
      </p:grpSp>
      <p:sp>
        <p:nvSpPr>
          <p:cNvPr id="3" name="内容占位符 2"/>
          <p:cNvSpPr>
            <a:spLocks noGrp="1"/>
          </p:cNvSpPr>
          <p:nvPr>
            <p:ph sz="half" idx="1"/>
          </p:nvPr>
        </p:nvSpPr>
        <p:spPr>
          <a:xfrm>
            <a:off x="838200" y="1204232"/>
            <a:ext cx="5181600" cy="5139418"/>
          </a:xfrm>
        </p:spPr>
        <p:txBody>
          <a:bodyPr/>
          <a:lstStyle>
            <a:lvl1pPr>
              <a:lnSpc>
                <a:spcPct val="100000"/>
              </a:lnSpc>
              <a:spcBef>
                <a:spcPts val="450"/>
              </a:spcBef>
              <a:spcAft>
                <a:spcPts val="450"/>
              </a:spcAft>
              <a:defRPr/>
            </a:lvl1pPr>
            <a:lvl2pPr>
              <a:lnSpc>
                <a:spcPct val="100000"/>
              </a:lnSpc>
              <a:spcBef>
                <a:spcPts val="450"/>
              </a:spcBef>
              <a:spcAft>
                <a:spcPts val="450"/>
              </a:spcAft>
              <a:defRPr/>
            </a:lvl2pPr>
            <a:lvl3pPr>
              <a:lnSpc>
                <a:spcPct val="100000"/>
              </a:lnSpc>
              <a:spcBef>
                <a:spcPts val="450"/>
              </a:spcBef>
              <a:spcAft>
                <a:spcPts val="450"/>
              </a:spcAft>
              <a:defRPr/>
            </a:lvl3pPr>
            <a:lvl4pPr>
              <a:lnSpc>
                <a:spcPct val="100000"/>
              </a:lnSpc>
              <a:spcBef>
                <a:spcPts val="450"/>
              </a:spcBef>
              <a:spcAft>
                <a:spcPts val="450"/>
              </a:spcAft>
              <a:defRPr/>
            </a:lvl4pPr>
            <a:lvl5pPr>
              <a:lnSpc>
                <a:spcPct val="100000"/>
              </a:lnSpc>
              <a:spcBef>
                <a:spcPts val="450"/>
              </a:spcBef>
              <a:spcAft>
                <a:spcPts val="450"/>
              </a:spcAft>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6172200" y="1208314"/>
            <a:ext cx="5181600" cy="5139418"/>
          </a:xfrm>
        </p:spPr>
        <p:txBody>
          <a:bodyPr/>
          <a:lstStyle>
            <a:lvl1pPr>
              <a:lnSpc>
                <a:spcPct val="100000"/>
              </a:lnSpc>
              <a:spcBef>
                <a:spcPts val="450"/>
              </a:spcBef>
              <a:spcAft>
                <a:spcPts val="450"/>
              </a:spcAft>
              <a:defRPr/>
            </a:lvl1pPr>
            <a:lvl2pPr>
              <a:lnSpc>
                <a:spcPct val="100000"/>
              </a:lnSpc>
              <a:spcBef>
                <a:spcPts val="450"/>
              </a:spcBef>
              <a:spcAft>
                <a:spcPts val="450"/>
              </a:spcAft>
              <a:defRPr/>
            </a:lvl2pPr>
            <a:lvl3pPr>
              <a:lnSpc>
                <a:spcPct val="100000"/>
              </a:lnSpc>
              <a:spcBef>
                <a:spcPts val="450"/>
              </a:spcBef>
              <a:spcAft>
                <a:spcPts val="450"/>
              </a:spcAft>
              <a:defRPr/>
            </a:lvl3pPr>
            <a:lvl4pPr>
              <a:lnSpc>
                <a:spcPct val="100000"/>
              </a:lnSpc>
              <a:spcBef>
                <a:spcPts val="450"/>
              </a:spcBef>
              <a:spcAft>
                <a:spcPts val="450"/>
              </a:spcAft>
              <a:defRPr/>
            </a:lvl4pPr>
            <a:lvl5pPr>
              <a:lnSpc>
                <a:spcPct val="100000"/>
              </a:lnSpc>
              <a:spcBef>
                <a:spcPts val="450"/>
              </a:spcBef>
              <a:spcAft>
                <a:spcPts val="450"/>
              </a:spcAft>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日期占位符 4"/>
          <p:cNvSpPr>
            <a:spLocks noGrp="1"/>
          </p:cNvSpPr>
          <p:nvPr>
            <p:ph type="dt" sz="half" idx="10"/>
          </p:nvPr>
        </p:nvSpPr>
        <p:spPr/>
        <p:txBody>
          <a:bodyPr/>
          <a:lstStyle/>
          <a:p>
            <a:fld id="{85F91FCD-4890-41F0-87A3-8C320F6D5DF6}" type="datetime1">
              <a:rPr lang="zh-CN" altLang="en-US" smtClean="0"/>
              <a:t>2023/12/13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a:xfrm>
            <a:off x="9488261" y="6544131"/>
            <a:ext cx="2668360" cy="365125"/>
          </a:xfrm>
        </p:spPr>
        <p:txBody>
          <a:bodyPr/>
          <a:lstStyle>
            <a:lvl1pPr>
              <a:defRPr>
                <a:solidFill>
                  <a:schemeClr val="bg1"/>
                </a:solidFill>
              </a:defRPr>
            </a:lvl1pPr>
          </a:lstStyle>
          <a:p>
            <a:fld id="{47C9E101-E51D-431E-84FA-C029B8655B60}" type="slidenum">
              <a:rPr lang="zh-CN" altLang="en-US" smtClean="0"/>
              <a:t>‹#›</a:t>
            </a:fld>
            <a:endParaRPr lang="zh-CN" altLang="en-US"/>
          </a:p>
        </p:txBody>
      </p:sp>
      <p:grpSp>
        <p:nvGrpSpPr>
          <p:cNvPr id="8" name="组合 7">
            <a:extLst>
              <a:ext uri="{FF2B5EF4-FFF2-40B4-BE49-F238E27FC236}">
                <a16:creationId xmlns:a16="http://schemas.microsoft.com/office/drawing/2014/main" id="{103E3B63-30D6-436B-84E4-2E5D5DE5788C}"/>
              </a:ext>
            </a:extLst>
          </p:cNvPr>
          <p:cNvGrpSpPr/>
          <p:nvPr/>
        </p:nvGrpSpPr>
        <p:grpSpPr>
          <a:xfrm>
            <a:off x="1" y="237055"/>
            <a:ext cx="1200151" cy="488496"/>
            <a:chOff x="0" y="254454"/>
            <a:chExt cx="1795510" cy="732518"/>
          </a:xfrm>
        </p:grpSpPr>
        <p:sp>
          <p:nvSpPr>
            <p:cNvPr id="9" name="矩形 1">
              <a:extLst>
                <a:ext uri="{FF2B5EF4-FFF2-40B4-BE49-F238E27FC236}">
                  <a16:creationId xmlns:a16="http://schemas.microsoft.com/office/drawing/2014/main" id="{BECDD563-4923-4C59-92AB-A46BE222C13D}"/>
                </a:ext>
              </a:extLst>
            </p:cNvPr>
            <p:cNvSpPr/>
            <p:nvPr/>
          </p:nvSpPr>
          <p:spPr>
            <a:xfrm>
              <a:off x="0" y="254454"/>
              <a:ext cx="1487837" cy="732518"/>
            </a:xfrm>
            <a:custGeom>
              <a:avLst/>
              <a:gdLst>
                <a:gd name="connsiteX0" fmla="*/ 0 w 1487837"/>
                <a:gd name="connsiteY0" fmla="*/ 0 h 914400"/>
                <a:gd name="connsiteX1" fmla="*/ 1487837 w 1487837"/>
                <a:gd name="connsiteY1" fmla="*/ 0 h 914400"/>
                <a:gd name="connsiteX2" fmla="*/ 1487837 w 1487837"/>
                <a:gd name="connsiteY2" fmla="*/ 914400 h 914400"/>
                <a:gd name="connsiteX3" fmla="*/ 0 w 1487837"/>
                <a:gd name="connsiteY3" fmla="*/ 914400 h 914400"/>
                <a:gd name="connsiteX4" fmla="*/ 0 w 1487837"/>
                <a:gd name="connsiteY4" fmla="*/ 0 h 914400"/>
                <a:gd name="connsiteX0-1" fmla="*/ 0 w 1487837"/>
                <a:gd name="connsiteY0-2" fmla="*/ 29029 h 943429"/>
                <a:gd name="connsiteX1-3" fmla="*/ 820180 w 1487837"/>
                <a:gd name="connsiteY1-4" fmla="*/ 0 h 943429"/>
                <a:gd name="connsiteX2-5" fmla="*/ 1487837 w 1487837"/>
                <a:gd name="connsiteY2-6" fmla="*/ 943429 h 943429"/>
                <a:gd name="connsiteX3-7" fmla="*/ 0 w 1487837"/>
                <a:gd name="connsiteY3-8" fmla="*/ 943429 h 943429"/>
                <a:gd name="connsiteX4-9" fmla="*/ 0 w 1487837"/>
                <a:gd name="connsiteY4-10" fmla="*/ 29029 h 943429"/>
                <a:gd name="connsiteX0-11" fmla="*/ 0 w 1487837"/>
                <a:gd name="connsiteY0-12" fmla="*/ 0 h 914400"/>
                <a:gd name="connsiteX1-13" fmla="*/ 820180 w 1487837"/>
                <a:gd name="connsiteY1-14" fmla="*/ 10659 h 914400"/>
                <a:gd name="connsiteX2-15" fmla="*/ 1487837 w 1487837"/>
                <a:gd name="connsiteY2-16" fmla="*/ 914400 h 914400"/>
                <a:gd name="connsiteX3-17" fmla="*/ 0 w 1487837"/>
                <a:gd name="connsiteY3-18" fmla="*/ 914400 h 914400"/>
                <a:gd name="connsiteX4-19" fmla="*/ 0 w 1487837"/>
                <a:gd name="connsiteY4-20" fmla="*/ 0 h 914400"/>
                <a:gd name="connsiteX0-21" fmla="*/ 0 w 1487837"/>
                <a:gd name="connsiteY0-22" fmla="*/ 0 h 914400"/>
                <a:gd name="connsiteX1-23" fmla="*/ 820180 w 1487837"/>
                <a:gd name="connsiteY1-24" fmla="*/ 2721 h 914400"/>
                <a:gd name="connsiteX2-25" fmla="*/ 1487837 w 1487837"/>
                <a:gd name="connsiteY2-26" fmla="*/ 914400 h 914400"/>
                <a:gd name="connsiteX3-27" fmla="*/ 0 w 1487837"/>
                <a:gd name="connsiteY3-28" fmla="*/ 914400 h 914400"/>
                <a:gd name="connsiteX4-29" fmla="*/ 0 w 1487837"/>
                <a:gd name="connsiteY4-30" fmla="*/ 0 h 914400"/>
                <a:gd name="connsiteX0-31" fmla="*/ 0 w 1487837"/>
                <a:gd name="connsiteY0-32" fmla="*/ 1248 h 915648"/>
                <a:gd name="connsiteX1-33" fmla="*/ 867805 w 1487837"/>
                <a:gd name="connsiteY1-34" fmla="*/ 0 h 915648"/>
                <a:gd name="connsiteX2-35" fmla="*/ 1487837 w 1487837"/>
                <a:gd name="connsiteY2-36" fmla="*/ 915648 h 915648"/>
                <a:gd name="connsiteX3-37" fmla="*/ 0 w 1487837"/>
                <a:gd name="connsiteY3-38" fmla="*/ 915648 h 915648"/>
                <a:gd name="connsiteX4-39" fmla="*/ 0 w 1487837"/>
                <a:gd name="connsiteY4-40" fmla="*/ 1248 h 91564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87837" h="915648">
                  <a:moveTo>
                    <a:pt x="0" y="1248"/>
                  </a:moveTo>
                  <a:lnTo>
                    <a:pt x="867805" y="0"/>
                  </a:lnTo>
                  <a:lnTo>
                    <a:pt x="1487837" y="915648"/>
                  </a:lnTo>
                  <a:lnTo>
                    <a:pt x="0" y="915648"/>
                  </a:lnTo>
                  <a:lnTo>
                    <a:pt x="0" y="1248"/>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350"/>
            </a:p>
          </p:txBody>
        </p:sp>
        <p:sp>
          <p:nvSpPr>
            <p:cNvPr id="10" name="任意多边形 4">
              <a:extLst>
                <a:ext uri="{FF2B5EF4-FFF2-40B4-BE49-F238E27FC236}">
                  <a16:creationId xmlns:a16="http://schemas.microsoft.com/office/drawing/2014/main" id="{CBA445E0-EF1F-4322-B5E9-96A323AF683A}"/>
                </a:ext>
              </a:extLst>
            </p:cNvPr>
            <p:cNvSpPr/>
            <p:nvPr/>
          </p:nvSpPr>
          <p:spPr>
            <a:xfrm>
              <a:off x="1010747" y="254454"/>
              <a:ext cx="784763" cy="732518"/>
            </a:xfrm>
            <a:custGeom>
              <a:avLst/>
              <a:gdLst>
                <a:gd name="connsiteX0" fmla="*/ 164731 w 784763"/>
                <a:gd name="connsiteY0" fmla="*/ 0 h 732518"/>
                <a:gd name="connsiteX1" fmla="*/ 784763 w 784763"/>
                <a:gd name="connsiteY1" fmla="*/ 732518 h 732518"/>
                <a:gd name="connsiteX2" fmla="*/ 619871 w 784763"/>
                <a:gd name="connsiteY2" fmla="*/ 732518 h 732518"/>
                <a:gd name="connsiteX3" fmla="*/ 0 w 784763"/>
                <a:gd name="connsiteY3" fmla="*/ 190 h 732518"/>
              </a:gdLst>
              <a:ahLst/>
              <a:cxnLst>
                <a:cxn ang="0">
                  <a:pos x="connsiteX0" y="connsiteY0"/>
                </a:cxn>
                <a:cxn ang="0">
                  <a:pos x="connsiteX1" y="connsiteY1"/>
                </a:cxn>
                <a:cxn ang="0">
                  <a:pos x="connsiteX2" y="connsiteY2"/>
                </a:cxn>
                <a:cxn ang="0">
                  <a:pos x="connsiteX3" y="connsiteY3"/>
                </a:cxn>
              </a:cxnLst>
              <a:rect l="l" t="t" r="r" b="b"/>
              <a:pathLst>
                <a:path w="784763" h="732518">
                  <a:moveTo>
                    <a:pt x="164731" y="0"/>
                  </a:moveTo>
                  <a:lnTo>
                    <a:pt x="784763" y="732518"/>
                  </a:lnTo>
                  <a:lnTo>
                    <a:pt x="619871" y="732518"/>
                  </a:lnTo>
                  <a:lnTo>
                    <a:pt x="0" y="1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350"/>
            </a:p>
          </p:txBody>
        </p:sp>
      </p:grpSp>
      <p:sp>
        <p:nvSpPr>
          <p:cNvPr id="16" name="标题 1">
            <a:extLst>
              <a:ext uri="{FF2B5EF4-FFF2-40B4-BE49-F238E27FC236}">
                <a16:creationId xmlns:a16="http://schemas.microsoft.com/office/drawing/2014/main" id="{228A6188-E823-42CA-A942-9C975B55B7F1}"/>
              </a:ext>
            </a:extLst>
          </p:cNvPr>
          <p:cNvSpPr>
            <a:spLocks noGrp="1"/>
          </p:cNvSpPr>
          <p:nvPr>
            <p:ph type="title"/>
          </p:nvPr>
        </p:nvSpPr>
        <p:spPr>
          <a:xfrm>
            <a:off x="1281794" y="238579"/>
            <a:ext cx="9553575" cy="512536"/>
          </a:xfrm>
        </p:spPr>
        <p:txBody>
          <a:bodyPr>
            <a:noAutofit/>
          </a:bodyPr>
          <a:lstStyle>
            <a:lvl1pPr>
              <a:defRPr sz="3000" b="0">
                <a:solidFill>
                  <a:schemeClr val="accent1"/>
                </a:solidFill>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36047347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7"/>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4" name="内容占位符 3"/>
          <p:cNvSpPr>
            <a:spLocks noGrp="1"/>
          </p:cNvSpPr>
          <p:nvPr>
            <p:ph sz="half" idx="2"/>
          </p:nvPr>
        </p:nvSpPr>
        <p:spPr>
          <a:xfrm>
            <a:off x="839789"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6" name="内容占位符 5"/>
          <p:cNvSpPr>
            <a:spLocks noGrp="1"/>
          </p:cNvSpPr>
          <p:nvPr>
            <p:ph sz="quarter" idx="4"/>
          </p:nvPr>
        </p:nvSpPr>
        <p:spPr>
          <a:xfrm>
            <a:off x="6172201"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BCFF45FF-9B57-47EC-93D3-167B42D12FC7}" type="datetime1">
              <a:rPr lang="zh-CN" altLang="en-US" smtClean="0"/>
              <a:t>2023/12/13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7C9E101-E51D-431E-84FA-C029B8655B60}" type="slidenum">
              <a:rPr lang="zh-CN" altLang="en-US" smtClean="0"/>
              <a:t>‹#›</a:t>
            </a:fld>
            <a:endParaRPr lang="zh-CN" altLang="en-US"/>
          </a:p>
        </p:txBody>
      </p:sp>
    </p:spTree>
    <p:extLst>
      <p:ext uri="{BB962C8B-B14F-4D97-AF65-F5344CB8AC3E}">
        <p14:creationId xmlns:p14="http://schemas.microsoft.com/office/powerpoint/2010/main" val="33362401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01C5D3A-D1CC-4837-A9BF-289192324C07}" type="datetime1">
              <a:rPr lang="zh-CN" altLang="en-US" smtClean="0"/>
              <a:t>2023/12/13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7C9E101-E51D-431E-84FA-C029B8655B60}" type="slidenum">
              <a:rPr lang="zh-CN" altLang="en-US" smtClean="0"/>
              <a:t>‹#›</a:t>
            </a:fld>
            <a:endParaRPr lang="zh-CN" altLang="en-US"/>
          </a:p>
        </p:txBody>
      </p:sp>
    </p:spTree>
    <p:extLst>
      <p:ext uri="{BB962C8B-B14F-4D97-AF65-F5344CB8AC3E}">
        <p14:creationId xmlns:p14="http://schemas.microsoft.com/office/powerpoint/2010/main" val="5992292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0C72DFE-ADEC-4C3D-B0BD-FF8EFF404081}" type="datetime1">
              <a:rPr lang="zh-CN" altLang="en-US" smtClean="0"/>
              <a:t>2023/12/13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7C9E101-E51D-431E-84FA-C029B8655B60}" type="slidenum">
              <a:rPr lang="zh-CN" altLang="en-US" smtClean="0"/>
              <a:t>‹#›</a:t>
            </a:fld>
            <a:endParaRPr lang="zh-CN" altLang="en-US"/>
          </a:p>
        </p:txBody>
      </p:sp>
    </p:spTree>
    <p:extLst>
      <p:ext uri="{BB962C8B-B14F-4D97-AF65-F5344CB8AC3E}">
        <p14:creationId xmlns:p14="http://schemas.microsoft.com/office/powerpoint/2010/main" val="22854756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4"/>
          <p:cNvSpPr>
            <a:spLocks noGrp="1"/>
          </p:cNvSpPr>
          <p:nvPr>
            <p:ph type="dt" sz="half" idx="10"/>
          </p:nvPr>
        </p:nvSpPr>
        <p:spPr/>
        <p:txBody>
          <a:bodyPr/>
          <a:lstStyle/>
          <a:p>
            <a:fld id="{02CD34D9-2AB5-4C74-9A02-A01D6A33B092}" type="datetime1">
              <a:rPr lang="zh-CN" altLang="en-US" smtClean="0"/>
              <a:t>2023/12/13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7C9E101-E51D-431E-84FA-C029B8655B60}" type="slidenum">
              <a:rPr lang="zh-CN" altLang="en-US" smtClean="0"/>
              <a:pPr/>
              <a:t>‹#›</a:t>
            </a:fld>
            <a:endParaRPr lang="zh-CN" altLang="en-US"/>
          </a:p>
        </p:txBody>
      </p:sp>
    </p:spTree>
    <p:extLst>
      <p:ext uri="{BB962C8B-B14F-4D97-AF65-F5344CB8AC3E}">
        <p14:creationId xmlns:p14="http://schemas.microsoft.com/office/powerpoint/2010/main" val="197614724"/>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5183188" y="987427"/>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4"/>
          <p:cNvSpPr>
            <a:spLocks noGrp="1"/>
          </p:cNvSpPr>
          <p:nvPr>
            <p:ph type="dt" sz="half" idx="10"/>
          </p:nvPr>
        </p:nvSpPr>
        <p:spPr/>
        <p:txBody>
          <a:bodyPr/>
          <a:lstStyle/>
          <a:p>
            <a:fld id="{4FA75877-D5D1-455D-A148-32690FA48C4F}" type="datetime1">
              <a:rPr lang="zh-CN" altLang="en-US" smtClean="0"/>
              <a:t>2023/12/13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7C9E101-E51D-431E-84FA-C029B8655B60}" type="slidenum">
              <a:rPr lang="zh-CN" altLang="en-US" smtClean="0"/>
              <a:pPr/>
              <a:t>‹#›</a:t>
            </a:fld>
            <a:endParaRPr lang="zh-CN" altLang="en-US"/>
          </a:p>
        </p:txBody>
      </p:sp>
    </p:spTree>
    <p:extLst>
      <p:ext uri="{BB962C8B-B14F-4D97-AF65-F5344CB8AC3E}">
        <p14:creationId xmlns:p14="http://schemas.microsoft.com/office/powerpoint/2010/main" val="910544701"/>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8225A3A-E24D-406E-947E-8CC215A62C75}" type="datetime1">
              <a:rPr lang="zh-CN" altLang="en-US" smtClean="0"/>
              <a:t>2023/12/13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C9E101-E51D-431E-84FA-C029B8655B60}" type="slidenum">
              <a:rPr lang="zh-CN" altLang="en-US" smtClean="0"/>
              <a:pPr/>
              <a:t>‹#›</a:t>
            </a:fld>
            <a:endParaRPr lang="zh-CN" altLang="en-US"/>
          </a:p>
        </p:txBody>
      </p:sp>
    </p:spTree>
    <p:extLst>
      <p:ext uri="{BB962C8B-B14F-4D97-AF65-F5344CB8AC3E}">
        <p14:creationId xmlns:p14="http://schemas.microsoft.com/office/powerpoint/2010/main" val="340572865"/>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1"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1"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B42F575-1E14-40DE-A315-1C8F4BAF63B9}" type="datetime1">
              <a:rPr lang="zh-CN" altLang="en-US" smtClean="0"/>
              <a:t>2023/12/13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C9E101-E51D-431E-84FA-C029B8655B60}" type="slidenum">
              <a:rPr lang="zh-CN" altLang="en-US" smtClean="0"/>
              <a:pPr/>
              <a:t>‹#›</a:t>
            </a:fld>
            <a:endParaRPr lang="zh-CN" altLang="en-US"/>
          </a:p>
        </p:txBody>
      </p:sp>
    </p:spTree>
    <p:extLst>
      <p:ext uri="{BB962C8B-B14F-4D97-AF65-F5344CB8AC3E}">
        <p14:creationId xmlns:p14="http://schemas.microsoft.com/office/powerpoint/2010/main" val="548565151"/>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600203"/>
            <a:ext cx="5384800" cy="4525963"/>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197600" y="1600200"/>
            <a:ext cx="5384800" cy="21859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197600" y="3938591"/>
            <a:ext cx="5384800" cy="218757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6"/>
          <p:cNvSpPr>
            <a:spLocks noGrp="1" noChangeArrowheads="1"/>
          </p:cNvSpPr>
          <p:nvPr>
            <p:ph type="sldNum" sz="quarter" idx="10"/>
          </p:nvPr>
        </p:nvSpPr>
        <p:spPr/>
        <p:txBody>
          <a:bodyPr/>
          <a:lstStyle>
            <a:lvl1pPr>
              <a:defRPr/>
            </a:lvl1pPr>
          </a:lstStyle>
          <a:p>
            <a:fld id="{47C9E101-E51D-431E-84FA-C029B8655B60}" type="slidenum">
              <a:rPr lang="zh-CN" altLang="en-US" smtClean="0"/>
              <a:pPr/>
              <a:t>‹#›</a:t>
            </a:fld>
            <a:endParaRPr lang="zh-CN" altLang="en-US"/>
          </a:p>
        </p:txBody>
      </p:sp>
    </p:spTree>
    <p:extLst>
      <p:ext uri="{BB962C8B-B14F-4D97-AF65-F5344CB8AC3E}">
        <p14:creationId xmlns:p14="http://schemas.microsoft.com/office/powerpoint/2010/main" val="1808250632"/>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cstate="print">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2BC5590A-D886-4962-AEDA-DC2589578889}" type="datetime1">
              <a:rPr lang="zh-CN" altLang="en-US" smtClean="0"/>
              <a:t>2023/12/13</a:t>
            </a:fld>
            <a:endParaRPr lang="zh-CN" altLang="en-US"/>
          </a:p>
        </p:txBody>
      </p:sp>
      <p:sp>
        <p:nvSpPr>
          <p:cNvPr id="5" name="页脚占位符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7C9E101-E51D-431E-84FA-C029B8655B60}" type="slidenum">
              <a:rPr lang="zh-CN" altLang="en-US" smtClean="0"/>
              <a:pPr/>
              <a:t>‹#›</a:t>
            </a:fld>
            <a:endParaRPr lang="zh-CN" altLang="en-US"/>
          </a:p>
        </p:txBody>
      </p:sp>
    </p:spTree>
    <p:extLst>
      <p:ext uri="{BB962C8B-B14F-4D97-AF65-F5344CB8AC3E}">
        <p14:creationId xmlns:p14="http://schemas.microsoft.com/office/powerpoint/2010/main" val="1881206748"/>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4.w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www.opengauss.org/zh/docs/3.0.0/docs/BriefTutorial/%E9%94%81.html" TargetMode="External"/><Relationship Id="rId2" Type="http://schemas.openxmlformats.org/officeDocument/2006/relationships/hyperlink" Target="https://www.opengauss.org/zh/docs/3.0.0/docs/Developerguide/MOT%E4%B9%90%E8%A7%82%E5%B9%B6%E5%8F%91%E6%8E%A7%E5%88%B6.html"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3B3A9379-A7F0-473C-A8D9-BC37FEB8742C}"/>
              </a:ext>
            </a:extLst>
          </p:cNvPr>
          <p:cNvSpPr>
            <a:spLocks noGrp="1"/>
          </p:cNvSpPr>
          <p:nvPr>
            <p:ph type="subTitle" idx="1"/>
          </p:nvPr>
        </p:nvSpPr>
        <p:spPr/>
        <p:txBody>
          <a:bodyPr/>
          <a:lstStyle/>
          <a:p>
            <a:r>
              <a:rPr lang="zh-CN" altLang="en-US"/>
              <a:t>苗茹</a:t>
            </a:r>
            <a:endParaRPr lang="en-US" altLang="zh-CN"/>
          </a:p>
          <a:p>
            <a:r>
              <a:rPr lang="zh-CN" altLang="en-US"/>
              <a:t>河南大学计算机与信息工程学院</a:t>
            </a:r>
            <a:endParaRPr lang="en-US" altLang="zh-CN" dirty="0"/>
          </a:p>
        </p:txBody>
      </p:sp>
      <p:sp>
        <p:nvSpPr>
          <p:cNvPr id="2" name="标题 1">
            <a:extLst>
              <a:ext uri="{FF2B5EF4-FFF2-40B4-BE49-F238E27FC236}">
                <a16:creationId xmlns:a16="http://schemas.microsoft.com/office/drawing/2014/main" id="{1F55F539-9931-4D3D-AF16-2BD782C59D02}"/>
              </a:ext>
            </a:extLst>
          </p:cNvPr>
          <p:cNvSpPr>
            <a:spLocks noGrp="1"/>
          </p:cNvSpPr>
          <p:nvPr>
            <p:ph type="ctrTitle"/>
          </p:nvPr>
        </p:nvSpPr>
        <p:spPr/>
        <p:txBody>
          <a:bodyPr/>
          <a:lstStyle/>
          <a:p>
            <a:r>
              <a:rPr lang="zh-CN" altLang="en-US" dirty="0"/>
              <a:t>第十一章  并发控制</a:t>
            </a:r>
          </a:p>
        </p:txBody>
      </p:sp>
      <p:sp>
        <p:nvSpPr>
          <p:cNvPr id="6" name="矩形 5">
            <a:extLst>
              <a:ext uri="{FF2B5EF4-FFF2-40B4-BE49-F238E27FC236}">
                <a16:creationId xmlns:a16="http://schemas.microsoft.com/office/drawing/2014/main" id="{A09BE498-7047-40C7-9402-B5B2F69DF31E}"/>
              </a:ext>
            </a:extLst>
          </p:cNvPr>
          <p:cNvSpPr/>
          <p:nvPr/>
        </p:nvSpPr>
        <p:spPr>
          <a:xfrm>
            <a:off x="208551" y="894417"/>
            <a:ext cx="4801314" cy="646331"/>
          </a:xfrm>
          <a:prstGeom prst="rect">
            <a:avLst/>
          </a:prstGeom>
        </p:spPr>
        <p:txBody>
          <a:bodyPr wrap="none">
            <a:spAutoFit/>
          </a:bodyPr>
          <a:lstStyle/>
          <a:p>
            <a:r>
              <a:rPr lang="zh-CN" altLang="en-US" sz="3600" dirty="0"/>
              <a:t>数据库系统原理及应用</a:t>
            </a:r>
          </a:p>
        </p:txBody>
      </p:sp>
    </p:spTree>
    <p:extLst>
      <p:ext uri="{BB962C8B-B14F-4D97-AF65-F5344CB8AC3E}">
        <p14:creationId xmlns:p14="http://schemas.microsoft.com/office/powerpoint/2010/main" val="13234939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373761">
            <a:extLst>
              <a:ext uri="{FF2B5EF4-FFF2-40B4-BE49-F238E27FC236}">
                <a16:creationId xmlns:a16="http://schemas.microsoft.com/office/drawing/2014/main" id="{A16AFB6F-B294-4323-9651-454493722E31}"/>
              </a:ext>
            </a:extLst>
          </p:cNvPr>
          <p:cNvSpPr>
            <a:spLocks noGrp="1" noChangeArrowheads="1"/>
          </p:cNvSpPr>
          <p:nvPr>
            <p:ph type="title"/>
          </p:nvPr>
        </p:nvSpPr>
        <p:spPr/>
        <p:txBody>
          <a:bodyPr/>
          <a:lstStyle/>
          <a:p>
            <a:r>
              <a:rPr lang="zh-CN" altLang="en-US" dirty="0"/>
              <a:t>第</a:t>
            </a:r>
            <a:r>
              <a:rPr lang="en-US" altLang="zh-CN" dirty="0"/>
              <a:t>11</a:t>
            </a:r>
            <a:r>
              <a:rPr lang="zh-CN" altLang="en-US" dirty="0"/>
              <a:t>章  并发控制</a:t>
            </a:r>
          </a:p>
        </p:txBody>
      </p:sp>
      <p:sp>
        <p:nvSpPr>
          <p:cNvPr id="21507" name="文本占位符 373762">
            <a:extLst>
              <a:ext uri="{FF2B5EF4-FFF2-40B4-BE49-F238E27FC236}">
                <a16:creationId xmlns:a16="http://schemas.microsoft.com/office/drawing/2014/main" id="{82ACEA5D-FA67-4CB8-B176-998C8E830984}"/>
              </a:ext>
            </a:extLst>
          </p:cNvPr>
          <p:cNvSpPr>
            <a:spLocks noGrp="1" noChangeArrowheads="1"/>
          </p:cNvSpPr>
          <p:nvPr>
            <p:ph idx="1"/>
          </p:nvPr>
        </p:nvSpPr>
        <p:spPr/>
        <p:txBody>
          <a:bodyPr/>
          <a:lstStyle/>
          <a:p>
            <a:r>
              <a:rPr lang="en-US" altLang="zh-CN"/>
              <a:t>11.1 </a:t>
            </a:r>
            <a:r>
              <a:rPr lang="zh-CN" altLang="en-US"/>
              <a:t>并发控制概述</a:t>
            </a:r>
          </a:p>
          <a:p>
            <a:r>
              <a:rPr lang="en-US" altLang="zh-CN"/>
              <a:t>11.2 </a:t>
            </a:r>
            <a:r>
              <a:rPr lang="zh-CN" altLang="en-US"/>
              <a:t>封锁</a:t>
            </a:r>
          </a:p>
          <a:p>
            <a:r>
              <a:rPr lang="en-US" altLang="zh-CN"/>
              <a:t>11.3 </a:t>
            </a:r>
            <a:r>
              <a:rPr lang="zh-CN" altLang="en-US"/>
              <a:t>封锁协议</a:t>
            </a:r>
          </a:p>
          <a:p>
            <a:r>
              <a:rPr lang="en-US" altLang="zh-CN"/>
              <a:t>11.4 </a:t>
            </a:r>
            <a:r>
              <a:rPr lang="zh-CN" altLang="en-US"/>
              <a:t>活锁和死锁</a:t>
            </a:r>
          </a:p>
          <a:p>
            <a:r>
              <a:rPr lang="en-US" altLang="zh-CN"/>
              <a:t>11.5 </a:t>
            </a:r>
            <a:r>
              <a:rPr lang="zh-CN" altLang="en-US"/>
              <a:t>并发调度的可串行性</a:t>
            </a:r>
          </a:p>
          <a:p>
            <a:r>
              <a:rPr lang="en-US" altLang="zh-CN"/>
              <a:t>11.6 </a:t>
            </a:r>
            <a:r>
              <a:rPr lang="zh-CN" altLang="en-US"/>
              <a:t>两段锁协议</a:t>
            </a:r>
          </a:p>
          <a:p>
            <a:r>
              <a:rPr lang="en-US" altLang="zh-CN"/>
              <a:t>11.7 </a:t>
            </a:r>
            <a:r>
              <a:rPr lang="zh-CN" altLang="en-US"/>
              <a:t>封锁的粒度</a:t>
            </a:r>
          </a:p>
          <a:p>
            <a:r>
              <a:rPr lang="zh-CN" altLang="en-US"/>
              <a:t>*</a:t>
            </a:r>
            <a:r>
              <a:rPr lang="en-US" altLang="zh-CN"/>
              <a:t>11.8 </a:t>
            </a:r>
            <a:r>
              <a:rPr lang="zh-CN" altLang="en-US"/>
              <a:t>其他并发控制机制</a:t>
            </a:r>
          </a:p>
          <a:p>
            <a:r>
              <a:rPr lang="en-US" altLang="zh-CN"/>
              <a:t>11.9 </a:t>
            </a:r>
            <a:r>
              <a:rPr lang="zh-CN" altLang="en-US"/>
              <a:t>小结</a:t>
            </a:r>
            <a:endParaRPr lang="zh-CN" altLang="en-US" dirty="0"/>
          </a:p>
        </p:txBody>
      </p:sp>
      <p:sp>
        <p:nvSpPr>
          <p:cNvPr id="2" name="灯片编号占位符 1">
            <a:extLst>
              <a:ext uri="{FF2B5EF4-FFF2-40B4-BE49-F238E27FC236}">
                <a16:creationId xmlns:a16="http://schemas.microsoft.com/office/drawing/2014/main" id="{C4C782CF-6C5F-4B5A-85DC-6DB609454F59}"/>
              </a:ext>
            </a:extLst>
          </p:cNvPr>
          <p:cNvSpPr>
            <a:spLocks noGrp="1"/>
          </p:cNvSpPr>
          <p:nvPr>
            <p:ph type="sldNum" sz="quarter" idx="12"/>
          </p:nvPr>
        </p:nvSpPr>
        <p:spPr/>
        <p:txBody>
          <a:bodyPr/>
          <a:lstStyle/>
          <a:p>
            <a:fld id="{47C9E101-E51D-431E-84FA-C029B8655B60}" type="slidenum">
              <a:rPr lang="zh-CN" altLang="en-US" smtClean="0"/>
              <a:pPr/>
              <a:t>2</a:t>
            </a:fld>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4"/>
          <p:cNvSpPr>
            <a:spLocks noGrp="1" noChangeArrowheads="1"/>
          </p:cNvSpPr>
          <p:nvPr>
            <p:ph type="title"/>
          </p:nvPr>
        </p:nvSpPr>
        <p:spPr/>
        <p:txBody>
          <a:bodyPr/>
          <a:lstStyle/>
          <a:p>
            <a:r>
              <a:rPr lang="zh-CN" altLang="en-US" dirty="0"/>
              <a:t>多事务执行方式 </a:t>
            </a:r>
          </a:p>
        </p:txBody>
      </p:sp>
      <p:sp>
        <p:nvSpPr>
          <p:cNvPr id="4100" name="Rectangle 6"/>
          <p:cNvSpPr>
            <a:spLocks noGrp="1" noChangeArrowheads="1"/>
          </p:cNvSpPr>
          <p:nvPr>
            <p:ph idx="1"/>
          </p:nvPr>
        </p:nvSpPr>
        <p:spPr/>
        <p:txBody>
          <a:bodyPr>
            <a:normAutofit fontScale="92500" lnSpcReduction="20000"/>
          </a:bodyPr>
          <a:lstStyle/>
          <a:p>
            <a:r>
              <a:rPr lang="zh-CN" altLang="en-US" sz="3000" dirty="0">
                <a:solidFill>
                  <a:srgbClr val="FF0000"/>
                </a:solidFill>
              </a:rPr>
              <a:t>多用户数据库系统</a:t>
            </a:r>
            <a:endParaRPr lang="en-US" altLang="zh-CN" sz="3000" dirty="0">
              <a:solidFill>
                <a:srgbClr val="FF0000"/>
              </a:solidFill>
            </a:endParaRPr>
          </a:p>
          <a:p>
            <a:pPr lvl="1"/>
            <a:r>
              <a:rPr lang="zh-CN" altLang="en-US" sz="2600" dirty="0"/>
              <a:t>即允许多个用户同时使用一个数据库的数据库系统</a:t>
            </a:r>
            <a:endParaRPr lang="en-US" altLang="zh-CN" sz="2600" dirty="0"/>
          </a:p>
          <a:p>
            <a:pPr lvl="1"/>
            <a:r>
              <a:rPr lang="zh-CN" altLang="en-US" sz="2600" dirty="0"/>
              <a:t>例：飞机订票数据库系统、银行数据库系统</a:t>
            </a:r>
            <a:endParaRPr lang="en-US" altLang="zh-CN" sz="2600" dirty="0"/>
          </a:p>
          <a:p>
            <a:pPr lvl="1"/>
            <a:r>
              <a:rPr lang="zh-CN" altLang="en-US" sz="2600" dirty="0">
                <a:solidFill>
                  <a:srgbClr val="FF0000"/>
                </a:solidFill>
              </a:rPr>
              <a:t>特点</a:t>
            </a:r>
            <a:r>
              <a:rPr lang="zh-CN" altLang="en-US" sz="2600" dirty="0">
                <a:solidFill>
                  <a:srgbClr val="0000FF"/>
                </a:solidFill>
              </a:rPr>
              <a:t>：</a:t>
            </a:r>
            <a:endParaRPr lang="en-US" altLang="zh-CN" sz="2600" dirty="0">
              <a:solidFill>
                <a:srgbClr val="0000FF"/>
              </a:solidFill>
            </a:endParaRPr>
          </a:p>
          <a:p>
            <a:pPr lvl="2"/>
            <a:r>
              <a:rPr lang="zh-CN" altLang="en-US" sz="2200" dirty="0"/>
              <a:t>在同一时刻并发运行的事务数可达数百上千个</a:t>
            </a:r>
            <a:endParaRPr lang="en-US" altLang="zh-CN" sz="2200" dirty="0"/>
          </a:p>
          <a:p>
            <a:pPr lvl="2"/>
            <a:endParaRPr lang="en-US" altLang="zh-CN" sz="900" dirty="0"/>
          </a:p>
          <a:p>
            <a:r>
              <a:rPr lang="zh-CN" altLang="en-US" sz="3000" dirty="0">
                <a:solidFill>
                  <a:srgbClr val="FF0000"/>
                </a:solidFill>
              </a:rPr>
              <a:t>事务的串行执行</a:t>
            </a:r>
            <a:endParaRPr lang="en-US" altLang="zh-CN" sz="3000" dirty="0">
              <a:solidFill>
                <a:srgbClr val="FF0000"/>
              </a:solidFill>
            </a:endParaRPr>
          </a:p>
          <a:p>
            <a:pPr lvl="1"/>
            <a:r>
              <a:rPr lang="zh-CN" altLang="en-US" sz="2600" dirty="0">
                <a:solidFill>
                  <a:srgbClr val="0000CC"/>
                </a:solidFill>
              </a:rPr>
              <a:t>即每个时刻只有一个事务运行，其他事务必须等到                                                  这个事务结束以后方能运行</a:t>
            </a:r>
            <a:endParaRPr lang="en-US" altLang="zh-CN" sz="2600" dirty="0">
              <a:solidFill>
                <a:srgbClr val="0000CC"/>
              </a:solidFill>
            </a:endParaRPr>
          </a:p>
          <a:p>
            <a:pPr lvl="1"/>
            <a:endParaRPr lang="en-US" altLang="zh-CN" sz="1100" dirty="0">
              <a:solidFill>
                <a:srgbClr val="0000CC"/>
              </a:solidFill>
            </a:endParaRPr>
          </a:p>
          <a:p>
            <a:r>
              <a:rPr lang="zh-CN" altLang="en-US" sz="3000" dirty="0"/>
              <a:t>如果事务串行执行，则许多系统资源将处于空闲状态，因此为了充分利用系统资源，发挥数据库共享资源的特点，应该允许多个事务并行执行。</a:t>
            </a:r>
          </a:p>
        </p:txBody>
      </p:sp>
      <p:sp>
        <p:nvSpPr>
          <p:cNvPr id="5" name="灯片编号占位符 4"/>
          <p:cNvSpPr>
            <a:spLocks noGrp="1"/>
          </p:cNvSpPr>
          <p:nvPr>
            <p:ph type="sldNum" sz="quarter" idx="12"/>
          </p:nvPr>
        </p:nvSpPr>
        <p:spPr/>
        <p:txBody>
          <a:bodyPr/>
          <a:lstStyle/>
          <a:p>
            <a:fld id="{47C9E101-E51D-431E-84FA-C029B8655B60}" type="slidenum">
              <a:rPr lang="zh-CN" altLang="en-US" smtClean="0"/>
              <a:pPr/>
              <a:t>3</a:t>
            </a:fld>
            <a:endParaRPr lang="zh-CN" altLang="en-US" dirty="0"/>
          </a:p>
        </p:txBody>
      </p:sp>
      <p:grpSp>
        <p:nvGrpSpPr>
          <p:cNvPr id="6" name="组合 5">
            <a:extLst>
              <a:ext uri="{FF2B5EF4-FFF2-40B4-BE49-F238E27FC236}">
                <a16:creationId xmlns:a16="http://schemas.microsoft.com/office/drawing/2014/main" id="{52AE3300-7189-475F-9F2A-C93F3741EA6E}"/>
              </a:ext>
            </a:extLst>
          </p:cNvPr>
          <p:cNvGrpSpPr/>
          <p:nvPr/>
        </p:nvGrpSpPr>
        <p:grpSpPr>
          <a:xfrm>
            <a:off x="9054581" y="1370798"/>
            <a:ext cx="2045753" cy="3008337"/>
            <a:chOff x="6229820" y="1700213"/>
            <a:chExt cx="2816874" cy="3652750"/>
          </a:xfrm>
        </p:grpSpPr>
        <p:sp>
          <p:nvSpPr>
            <p:cNvPr id="7" name="Line 4">
              <a:extLst>
                <a:ext uri="{FF2B5EF4-FFF2-40B4-BE49-F238E27FC236}">
                  <a16:creationId xmlns:a16="http://schemas.microsoft.com/office/drawing/2014/main" id="{BAE8B965-5414-4313-8045-A58EE5129F4C}"/>
                </a:ext>
              </a:extLst>
            </p:cNvPr>
            <p:cNvSpPr>
              <a:spLocks noChangeShapeType="1"/>
            </p:cNvSpPr>
            <p:nvPr/>
          </p:nvSpPr>
          <p:spPr bwMode="auto">
            <a:xfrm>
              <a:off x="7518400" y="1700213"/>
              <a:ext cx="0" cy="30241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 name="Line 5">
              <a:extLst>
                <a:ext uri="{FF2B5EF4-FFF2-40B4-BE49-F238E27FC236}">
                  <a16:creationId xmlns:a16="http://schemas.microsoft.com/office/drawing/2014/main" id="{0CCA0D62-AB03-4BB7-9E3B-D7F308938E9F}"/>
                </a:ext>
              </a:extLst>
            </p:cNvPr>
            <p:cNvSpPr>
              <a:spLocks noChangeShapeType="1"/>
            </p:cNvSpPr>
            <p:nvPr/>
          </p:nvSpPr>
          <p:spPr bwMode="auto">
            <a:xfrm>
              <a:off x="7518400" y="3140075"/>
              <a:ext cx="2159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 name="Line 6">
              <a:extLst>
                <a:ext uri="{FF2B5EF4-FFF2-40B4-BE49-F238E27FC236}">
                  <a16:creationId xmlns:a16="http://schemas.microsoft.com/office/drawing/2014/main" id="{34474F0C-6C02-4543-A7A8-F4DFE5CED29C}"/>
                </a:ext>
              </a:extLst>
            </p:cNvPr>
            <p:cNvSpPr>
              <a:spLocks noChangeShapeType="1"/>
            </p:cNvSpPr>
            <p:nvPr/>
          </p:nvSpPr>
          <p:spPr bwMode="auto">
            <a:xfrm>
              <a:off x="7518400" y="4076700"/>
              <a:ext cx="2159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 name="Text Box 7">
              <a:extLst>
                <a:ext uri="{FF2B5EF4-FFF2-40B4-BE49-F238E27FC236}">
                  <a16:creationId xmlns:a16="http://schemas.microsoft.com/office/drawing/2014/main" id="{8F73BE3B-1276-4D27-8D77-B90A359740DC}"/>
                </a:ext>
              </a:extLst>
            </p:cNvPr>
            <p:cNvSpPr txBox="1">
              <a:spLocks noChangeArrowheads="1"/>
            </p:cNvSpPr>
            <p:nvPr/>
          </p:nvSpPr>
          <p:spPr bwMode="auto">
            <a:xfrm>
              <a:off x="7505700" y="2270125"/>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r>
                <a:rPr lang="en-US" altLang="zh-CN">
                  <a:latin typeface="Times New Roman" pitchFamily="18" charset="0"/>
                </a:rPr>
                <a:t>T1</a:t>
              </a:r>
            </a:p>
          </p:txBody>
        </p:sp>
        <p:sp>
          <p:nvSpPr>
            <p:cNvPr id="11" name="Text Box 8">
              <a:extLst>
                <a:ext uri="{FF2B5EF4-FFF2-40B4-BE49-F238E27FC236}">
                  <a16:creationId xmlns:a16="http://schemas.microsoft.com/office/drawing/2014/main" id="{5EB3EDDE-8E7B-441A-82F6-4166E277770D}"/>
                </a:ext>
              </a:extLst>
            </p:cNvPr>
            <p:cNvSpPr txBox="1">
              <a:spLocks noChangeArrowheads="1"/>
            </p:cNvSpPr>
            <p:nvPr/>
          </p:nvSpPr>
          <p:spPr bwMode="auto">
            <a:xfrm>
              <a:off x="7524750" y="3284538"/>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r>
                <a:rPr lang="en-US" altLang="zh-CN" dirty="0">
                  <a:latin typeface="Times New Roman" pitchFamily="18" charset="0"/>
                </a:rPr>
                <a:t>T2</a:t>
              </a:r>
            </a:p>
          </p:txBody>
        </p:sp>
        <p:sp>
          <p:nvSpPr>
            <p:cNvPr id="12" name="Text Box 9">
              <a:extLst>
                <a:ext uri="{FF2B5EF4-FFF2-40B4-BE49-F238E27FC236}">
                  <a16:creationId xmlns:a16="http://schemas.microsoft.com/office/drawing/2014/main" id="{F238FFC1-5CE4-476B-8D6C-53B4484114D0}"/>
                </a:ext>
              </a:extLst>
            </p:cNvPr>
            <p:cNvSpPr txBox="1">
              <a:spLocks noChangeArrowheads="1"/>
            </p:cNvSpPr>
            <p:nvPr/>
          </p:nvSpPr>
          <p:spPr bwMode="auto">
            <a:xfrm>
              <a:off x="7524750" y="4148138"/>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r>
                <a:rPr lang="en-US" altLang="zh-CN" dirty="0">
                  <a:latin typeface="Times New Roman" pitchFamily="18" charset="0"/>
                </a:rPr>
                <a:t>T3</a:t>
              </a:r>
            </a:p>
          </p:txBody>
        </p:sp>
        <p:sp>
          <p:nvSpPr>
            <p:cNvPr id="13" name="Text Box 10">
              <a:extLst>
                <a:ext uri="{FF2B5EF4-FFF2-40B4-BE49-F238E27FC236}">
                  <a16:creationId xmlns:a16="http://schemas.microsoft.com/office/drawing/2014/main" id="{59C324DF-B26E-400D-8B77-AED48DA4D003}"/>
                </a:ext>
              </a:extLst>
            </p:cNvPr>
            <p:cNvSpPr txBox="1">
              <a:spLocks noChangeArrowheads="1"/>
            </p:cNvSpPr>
            <p:nvPr/>
          </p:nvSpPr>
          <p:spPr bwMode="auto">
            <a:xfrm>
              <a:off x="6229820" y="4941888"/>
              <a:ext cx="2816874" cy="41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r>
                <a:rPr lang="zh-CN" altLang="en-US" sz="1600" b="1" dirty="0">
                  <a:solidFill>
                    <a:srgbClr val="FF0000"/>
                  </a:solidFill>
                  <a:latin typeface="微软雅黑" panose="020B0503020204020204" pitchFamily="34" charset="-122"/>
                  <a:ea typeface="微软雅黑" panose="020B0503020204020204" pitchFamily="34" charset="-122"/>
                </a:rPr>
                <a:t>事务的串行执行方式</a:t>
              </a:r>
            </a:p>
          </p:txBody>
        </p:sp>
      </p:grpSp>
      <p:sp>
        <p:nvSpPr>
          <p:cNvPr id="14" name="右箭头 12">
            <a:extLst>
              <a:ext uri="{FF2B5EF4-FFF2-40B4-BE49-F238E27FC236}">
                <a16:creationId xmlns:a16="http://schemas.microsoft.com/office/drawing/2014/main" id="{08E74831-C82C-4E77-B989-8117D5919DF5}"/>
              </a:ext>
            </a:extLst>
          </p:cNvPr>
          <p:cNvSpPr/>
          <p:nvPr/>
        </p:nvSpPr>
        <p:spPr>
          <a:xfrm rot="20326886">
            <a:off x="8305815" y="3686425"/>
            <a:ext cx="990600" cy="30010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796236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AAF86F2-AC82-4547-B269-29107F661934}"/>
              </a:ext>
            </a:extLst>
          </p:cNvPr>
          <p:cNvSpPr>
            <a:spLocks noGrp="1"/>
          </p:cNvSpPr>
          <p:nvPr>
            <p:ph idx="1"/>
          </p:nvPr>
        </p:nvSpPr>
        <p:spPr/>
        <p:txBody>
          <a:bodyPr/>
          <a:lstStyle/>
          <a:p>
            <a:r>
              <a:rPr lang="zh-CN" altLang="en-US">
                <a:solidFill>
                  <a:srgbClr val="FF0000"/>
                </a:solidFill>
              </a:rPr>
              <a:t>事务的并行执行</a:t>
            </a:r>
            <a:endParaRPr lang="en-US" altLang="zh-CN">
              <a:solidFill>
                <a:srgbClr val="FF0000"/>
              </a:solidFill>
            </a:endParaRPr>
          </a:p>
          <a:p>
            <a:pPr lvl="1"/>
            <a:r>
              <a:rPr lang="zh-CN" altLang="en-US">
                <a:solidFill>
                  <a:srgbClr val="0000CC"/>
                </a:solidFill>
              </a:rPr>
              <a:t>交叉并发方式</a:t>
            </a:r>
            <a:r>
              <a:rPr lang="en-US" altLang="zh-CN">
                <a:solidFill>
                  <a:srgbClr val="0000CC"/>
                </a:solidFill>
              </a:rPr>
              <a:t>(</a:t>
            </a:r>
            <a:r>
              <a:rPr lang="zh-CN" altLang="en-US"/>
              <a:t>单处理机系统</a:t>
            </a:r>
            <a:r>
              <a:rPr lang="en-US" altLang="zh-CN"/>
              <a:t>)</a:t>
            </a:r>
          </a:p>
          <a:p>
            <a:pPr lvl="2"/>
            <a:r>
              <a:rPr lang="zh-CN" altLang="en-US" sz="2000"/>
              <a:t>并行事务的并行操作轮流交叉运行</a:t>
            </a:r>
          </a:p>
          <a:p>
            <a:pPr lvl="2"/>
            <a:r>
              <a:rPr lang="zh-CN" altLang="en-US" sz="2000"/>
              <a:t>并行事务并没有真正地并行运行，但能够减少处理机</a:t>
            </a:r>
            <a:endParaRPr lang="en-US" altLang="zh-CN" sz="2000"/>
          </a:p>
          <a:p>
            <a:pPr marL="601500" lvl="2" indent="0">
              <a:buNone/>
            </a:pPr>
            <a:r>
              <a:rPr lang="en-US" altLang="zh-CN" sz="2000"/>
              <a:t>  </a:t>
            </a:r>
            <a:r>
              <a:rPr lang="zh-CN" altLang="en-US" sz="2000"/>
              <a:t>的空闲时间，提高系统的效率</a:t>
            </a:r>
            <a:endParaRPr lang="en-US" altLang="zh-CN" sz="2000"/>
          </a:p>
          <a:p>
            <a:pPr marL="622300" lvl="2" indent="0">
              <a:buNone/>
            </a:pPr>
            <a:endParaRPr lang="en-US" altLang="zh-CN" sz="1100"/>
          </a:p>
          <a:p>
            <a:pPr lvl="1"/>
            <a:r>
              <a:rPr lang="zh-CN" altLang="en-US">
                <a:solidFill>
                  <a:srgbClr val="0000CC"/>
                </a:solidFill>
              </a:rPr>
              <a:t>同时并发方式</a:t>
            </a:r>
            <a:r>
              <a:rPr lang="en-US" altLang="zh-CN">
                <a:solidFill>
                  <a:srgbClr val="0000CC"/>
                </a:solidFill>
              </a:rPr>
              <a:t>(</a:t>
            </a:r>
            <a:r>
              <a:rPr lang="zh-CN" altLang="en-US"/>
              <a:t>多处理机系统</a:t>
            </a:r>
            <a:r>
              <a:rPr lang="en-US" altLang="zh-CN"/>
              <a:t>)</a:t>
            </a:r>
            <a:endParaRPr lang="en-US" altLang="zh-CN">
              <a:solidFill>
                <a:srgbClr val="0000CC"/>
              </a:solidFill>
            </a:endParaRPr>
          </a:p>
          <a:p>
            <a:pPr lvl="2"/>
            <a:r>
              <a:rPr lang="zh-CN" altLang="en-US" sz="2000"/>
              <a:t>每个处理机可以运行一个事务，多个处理机可以同时运行多个事务，实现多个事务真正的并行运行</a:t>
            </a:r>
          </a:p>
          <a:p>
            <a:pPr lvl="2"/>
            <a:r>
              <a:rPr lang="zh-CN" altLang="en-US" sz="2000"/>
              <a:t>最理想的并发方式，但受制于硬件环境</a:t>
            </a:r>
            <a:endParaRPr lang="en-US" altLang="zh-CN" sz="2000"/>
          </a:p>
          <a:p>
            <a:pPr marL="622300" lvl="2" indent="0">
              <a:buNone/>
            </a:pPr>
            <a:endParaRPr lang="en-US" altLang="zh-CN" sz="900"/>
          </a:p>
          <a:p>
            <a:r>
              <a:rPr lang="zh-CN" altLang="en-US" sz="2800">
                <a:solidFill>
                  <a:srgbClr val="0000CC"/>
                </a:solidFill>
              </a:rPr>
              <a:t>本章讨论的数据库系统并发控制技术是以单处理机系统为基础的。 </a:t>
            </a:r>
          </a:p>
        </p:txBody>
      </p:sp>
      <p:sp>
        <p:nvSpPr>
          <p:cNvPr id="4" name="灯片编号占位符 3">
            <a:extLst>
              <a:ext uri="{FF2B5EF4-FFF2-40B4-BE49-F238E27FC236}">
                <a16:creationId xmlns:a16="http://schemas.microsoft.com/office/drawing/2014/main" id="{D08C92E2-9052-42A6-855A-E9151117697F}"/>
              </a:ext>
            </a:extLst>
          </p:cNvPr>
          <p:cNvSpPr>
            <a:spLocks noGrp="1"/>
          </p:cNvSpPr>
          <p:nvPr>
            <p:ph type="sldNum" sz="quarter" idx="12"/>
          </p:nvPr>
        </p:nvSpPr>
        <p:spPr/>
        <p:txBody>
          <a:bodyPr/>
          <a:lstStyle/>
          <a:p>
            <a:fld id="{E63F6D5D-9733-4D44-9C56-AEFEDD5A4BA7}" type="slidenum">
              <a:rPr lang="en-US" smtClean="0"/>
              <a:pPr/>
              <a:t>4</a:t>
            </a:fld>
            <a:endParaRPr lang="en-US" dirty="0"/>
          </a:p>
        </p:txBody>
      </p:sp>
      <p:pic>
        <p:nvPicPr>
          <p:cNvPr id="5" name="Picture 2">
            <a:extLst>
              <a:ext uri="{FF2B5EF4-FFF2-40B4-BE49-F238E27FC236}">
                <a16:creationId xmlns:a16="http://schemas.microsoft.com/office/drawing/2014/main" id="{751E7838-4216-4341-83B6-759A76C48E02}"/>
              </a:ext>
            </a:extLst>
          </p:cNvPr>
          <p:cNvPicPr>
            <a:picLocks noChangeAspect="1" noChangeArrowheads="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8102065" y="1373205"/>
            <a:ext cx="2164916" cy="284331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pic>
      <p:sp>
        <p:nvSpPr>
          <p:cNvPr id="6" name="Rectangle 4">
            <a:extLst>
              <a:ext uri="{FF2B5EF4-FFF2-40B4-BE49-F238E27FC236}">
                <a16:creationId xmlns:a16="http://schemas.microsoft.com/office/drawing/2014/main" id="{9394BCA7-3491-43D1-9D7F-37D4A57E1A7A}"/>
              </a:ext>
            </a:extLst>
          </p:cNvPr>
          <p:cNvSpPr>
            <a:spLocks noGrp="1" noChangeArrowheads="1"/>
          </p:cNvSpPr>
          <p:nvPr>
            <p:ph type="title"/>
          </p:nvPr>
        </p:nvSpPr>
        <p:spPr>
          <a:xfrm>
            <a:off x="1281113" y="238125"/>
            <a:ext cx="9553575" cy="512763"/>
          </a:xfrm>
        </p:spPr>
        <p:txBody>
          <a:bodyPr/>
          <a:lstStyle/>
          <a:p>
            <a:r>
              <a:rPr lang="zh-CN" altLang="en-US" dirty="0"/>
              <a:t>多事务执行方式 </a:t>
            </a:r>
          </a:p>
        </p:txBody>
      </p:sp>
    </p:spTree>
    <p:extLst>
      <p:ext uri="{BB962C8B-B14F-4D97-AF65-F5344CB8AC3E}">
        <p14:creationId xmlns:p14="http://schemas.microsoft.com/office/powerpoint/2010/main" val="1505799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1241C5F-75BC-4AF5-B3AB-34E65C25B451}"/>
              </a:ext>
            </a:extLst>
          </p:cNvPr>
          <p:cNvSpPr>
            <a:spLocks noGrp="1"/>
          </p:cNvSpPr>
          <p:nvPr>
            <p:ph idx="1"/>
          </p:nvPr>
        </p:nvSpPr>
        <p:spPr/>
        <p:txBody>
          <a:bodyPr>
            <a:normAutofit/>
          </a:bodyPr>
          <a:lstStyle/>
          <a:p>
            <a:pPr>
              <a:lnSpc>
                <a:spcPct val="100000"/>
              </a:lnSpc>
            </a:pPr>
            <a:r>
              <a:rPr lang="zh-CN" altLang="en-US"/>
              <a:t>当多个用户并发地存取数据库时就会产生</a:t>
            </a:r>
            <a:r>
              <a:rPr lang="zh-CN" altLang="en-US">
                <a:solidFill>
                  <a:srgbClr val="FF0000"/>
                </a:solidFill>
              </a:rPr>
              <a:t>多个事务同时存取同一数据</a:t>
            </a:r>
            <a:r>
              <a:rPr lang="zh-CN" altLang="en-US"/>
              <a:t>的情况。</a:t>
            </a:r>
          </a:p>
          <a:p>
            <a:pPr>
              <a:lnSpc>
                <a:spcPct val="100000"/>
              </a:lnSpc>
            </a:pPr>
            <a:endParaRPr lang="zh-CN" altLang="en-US" sz="800"/>
          </a:p>
          <a:p>
            <a:pPr>
              <a:lnSpc>
                <a:spcPct val="100000"/>
              </a:lnSpc>
            </a:pPr>
            <a:r>
              <a:rPr lang="zh-CN" altLang="en-US"/>
              <a:t>若对并发操作不加控制就</a:t>
            </a:r>
            <a:r>
              <a:rPr lang="zh-CN" altLang="en-US">
                <a:solidFill>
                  <a:srgbClr val="FF0000"/>
                </a:solidFill>
              </a:rPr>
              <a:t>可能会存取和存储不正确的数据</a:t>
            </a:r>
            <a:r>
              <a:rPr lang="zh-CN" altLang="en-US"/>
              <a:t>，</a:t>
            </a:r>
            <a:r>
              <a:rPr lang="zh-CN" altLang="en-US">
                <a:solidFill>
                  <a:srgbClr val="FF0000"/>
                </a:solidFill>
              </a:rPr>
              <a:t>破坏事务的一致性和数据库的一致性</a:t>
            </a:r>
            <a:r>
              <a:rPr lang="zh-CN" altLang="en-US"/>
              <a:t>。</a:t>
            </a:r>
          </a:p>
          <a:p>
            <a:pPr>
              <a:lnSpc>
                <a:spcPct val="100000"/>
              </a:lnSpc>
            </a:pPr>
            <a:endParaRPr lang="zh-CN" altLang="en-US" sz="800"/>
          </a:p>
          <a:p>
            <a:pPr>
              <a:lnSpc>
                <a:spcPct val="100000"/>
              </a:lnSpc>
            </a:pPr>
            <a:r>
              <a:rPr lang="zh-CN" altLang="en-US"/>
              <a:t>所以，</a:t>
            </a:r>
            <a:r>
              <a:rPr lang="en-US" altLang="zh-CN">
                <a:solidFill>
                  <a:srgbClr val="FF0000"/>
                </a:solidFill>
              </a:rPr>
              <a:t>DBMS</a:t>
            </a:r>
            <a:r>
              <a:rPr lang="zh-CN" altLang="en-US">
                <a:solidFill>
                  <a:srgbClr val="FF0000"/>
                </a:solidFill>
              </a:rPr>
              <a:t>必须提供并发控制机制</a:t>
            </a:r>
            <a:r>
              <a:rPr lang="zh-CN" altLang="en-US"/>
              <a:t>。</a:t>
            </a:r>
            <a:endParaRPr lang="zh-CN" altLang="en-US">
              <a:solidFill>
                <a:srgbClr val="FF0000"/>
              </a:solidFill>
            </a:endParaRPr>
          </a:p>
          <a:p>
            <a:pPr>
              <a:lnSpc>
                <a:spcPct val="100000"/>
              </a:lnSpc>
            </a:pPr>
            <a:endParaRPr lang="zh-CN" altLang="en-US" sz="800"/>
          </a:p>
          <a:p>
            <a:pPr>
              <a:lnSpc>
                <a:spcPct val="100000"/>
              </a:lnSpc>
            </a:pPr>
            <a:r>
              <a:rPr lang="zh-CN" altLang="en-US">
                <a:solidFill>
                  <a:srgbClr val="FF0000"/>
                </a:solidFill>
              </a:rPr>
              <a:t>并发控制机制是衡量一个</a:t>
            </a:r>
            <a:r>
              <a:rPr lang="en-US" altLang="zh-CN">
                <a:solidFill>
                  <a:srgbClr val="FF0000"/>
                </a:solidFill>
              </a:rPr>
              <a:t>DBMS</a:t>
            </a:r>
            <a:r>
              <a:rPr lang="zh-CN" altLang="en-US">
                <a:solidFill>
                  <a:srgbClr val="FF0000"/>
                </a:solidFill>
              </a:rPr>
              <a:t>性能的重要标志之一。</a:t>
            </a:r>
          </a:p>
        </p:txBody>
      </p:sp>
      <p:sp>
        <p:nvSpPr>
          <p:cNvPr id="4" name="灯片编号占位符 3">
            <a:extLst>
              <a:ext uri="{FF2B5EF4-FFF2-40B4-BE49-F238E27FC236}">
                <a16:creationId xmlns:a16="http://schemas.microsoft.com/office/drawing/2014/main" id="{5D00A798-B5C2-49A1-B1F0-4ECCA5F3F427}"/>
              </a:ext>
            </a:extLst>
          </p:cNvPr>
          <p:cNvSpPr>
            <a:spLocks noGrp="1"/>
          </p:cNvSpPr>
          <p:nvPr>
            <p:ph type="sldNum" sz="quarter" idx="12"/>
          </p:nvPr>
        </p:nvSpPr>
        <p:spPr/>
        <p:txBody>
          <a:bodyPr/>
          <a:lstStyle/>
          <a:p>
            <a:fld id="{E63F6D5D-9733-4D44-9C56-AEFEDD5A4BA7}" type="slidenum">
              <a:rPr lang="en-US" smtClean="0"/>
              <a:pPr/>
              <a:t>5</a:t>
            </a:fld>
            <a:endParaRPr lang="en-US" dirty="0"/>
          </a:p>
        </p:txBody>
      </p:sp>
      <p:sp>
        <p:nvSpPr>
          <p:cNvPr id="5" name="Rectangle 4">
            <a:extLst>
              <a:ext uri="{FF2B5EF4-FFF2-40B4-BE49-F238E27FC236}">
                <a16:creationId xmlns:a16="http://schemas.microsoft.com/office/drawing/2014/main" id="{B1A35E9D-C721-4A67-82F7-9BB7440A05A1}"/>
              </a:ext>
            </a:extLst>
          </p:cNvPr>
          <p:cNvSpPr>
            <a:spLocks noGrp="1" noChangeArrowheads="1"/>
          </p:cNvSpPr>
          <p:nvPr>
            <p:ph type="title"/>
          </p:nvPr>
        </p:nvSpPr>
        <p:spPr>
          <a:xfrm>
            <a:off x="1281113" y="238125"/>
            <a:ext cx="9553575" cy="512763"/>
          </a:xfrm>
        </p:spPr>
        <p:txBody>
          <a:bodyPr/>
          <a:lstStyle/>
          <a:p>
            <a:r>
              <a:rPr lang="zh-CN" altLang="en-US" dirty="0"/>
              <a:t>多事务执行方式 </a:t>
            </a:r>
          </a:p>
        </p:txBody>
      </p:sp>
    </p:spTree>
    <p:extLst>
      <p:ext uri="{BB962C8B-B14F-4D97-AF65-F5344CB8AC3E}">
        <p14:creationId xmlns:p14="http://schemas.microsoft.com/office/powerpoint/2010/main" val="13940676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27F570-9578-4CA2-91C8-50B5A3FC0064}"/>
              </a:ext>
            </a:extLst>
          </p:cNvPr>
          <p:cNvSpPr>
            <a:spLocks noGrp="1"/>
          </p:cNvSpPr>
          <p:nvPr>
            <p:ph type="title"/>
          </p:nvPr>
        </p:nvSpPr>
        <p:spPr/>
        <p:txBody>
          <a:bodyPr>
            <a:noAutofit/>
          </a:bodyPr>
          <a:lstStyle/>
          <a:p>
            <a:r>
              <a:rPr lang="en-US" altLang="zh-CN" dirty="0"/>
              <a:t>11.1  </a:t>
            </a:r>
            <a:r>
              <a:rPr lang="zh-CN" altLang="en-US" dirty="0"/>
              <a:t>并发控制概述</a:t>
            </a:r>
          </a:p>
        </p:txBody>
      </p:sp>
      <p:sp>
        <p:nvSpPr>
          <p:cNvPr id="3" name="内容占位符 2">
            <a:extLst>
              <a:ext uri="{FF2B5EF4-FFF2-40B4-BE49-F238E27FC236}">
                <a16:creationId xmlns:a16="http://schemas.microsoft.com/office/drawing/2014/main" id="{12D8D862-F66D-4C31-B1A8-3DFFA4FBD596}"/>
              </a:ext>
            </a:extLst>
          </p:cNvPr>
          <p:cNvSpPr>
            <a:spLocks noGrp="1"/>
          </p:cNvSpPr>
          <p:nvPr>
            <p:ph idx="1"/>
          </p:nvPr>
        </p:nvSpPr>
        <p:spPr/>
        <p:txBody>
          <a:bodyPr/>
          <a:lstStyle/>
          <a:p>
            <a:r>
              <a:rPr lang="zh-CN" altLang="en-US" dirty="0">
                <a:solidFill>
                  <a:srgbClr val="FF0000"/>
                </a:solidFill>
              </a:rPr>
              <a:t>事务是并发控制的基本单位</a:t>
            </a:r>
            <a:r>
              <a:rPr lang="zh-CN" altLang="en-US" dirty="0"/>
              <a:t>，保证事务的</a:t>
            </a:r>
            <a:r>
              <a:rPr lang="en-US" altLang="zh-CN" dirty="0"/>
              <a:t>ACID</a:t>
            </a:r>
            <a:r>
              <a:rPr lang="zh-CN" altLang="en-US" dirty="0"/>
              <a:t>特性是事务处理的重要任务。</a:t>
            </a:r>
            <a:endParaRPr lang="en-US" altLang="zh-CN" dirty="0"/>
          </a:p>
          <a:p>
            <a:pPr lvl="1"/>
            <a:r>
              <a:rPr lang="zh-CN" altLang="en-US" dirty="0"/>
              <a:t>多个事务对数据库的并发操作可能破坏事务的</a:t>
            </a:r>
            <a:r>
              <a:rPr lang="en-US" altLang="zh-CN" dirty="0"/>
              <a:t>ACID</a:t>
            </a:r>
            <a:r>
              <a:rPr lang="zh-CN" altLang="en-US" dirty="0"/>
              <a:t>特性。</a:t>
            </a:r>
            <a:endParaRPr lang="en-US" altLang="zh-CN" dirty="0"/>
          </a:p>
          <a:p>
            <a:pPr marL="357187" lvl="1" indent="0">
              <a:buNone/>
            </a:pPr>
            <a:endParaRPr lang="en-US" altLang="zh-CN" sz="1200" dirty="0"/>
          </a:p>
          <a:p>
            <a:r>
              <a:rPr lang="en-US" altLang="zh-CN" dirty="0">
                <a:solidFill>
                  <a:srgbClr val="FF0000"/>
                </a:solidFill>
              </a:rPr>
              <a:t>DBMS</a:t>
            </a:r>
            <a:r>
              <a:rPr lang="zh-CN" altLang="en-US" dirty="0">
                <a:solidFill>
                  <a:srgbClr val="FF0000"/>
                </a:solidFill>
              </a:rPr>
              <a:t>并发控制的责任</a:t>
            </a:r>
            <a:endParaRPr lang="en-US" altLang="zh-CN" dirty="0">
              <a:solidFill>
                <a:srgbClr val="FF0000"/>
              </a:solidFill>
            </a:endParaRPr>
          </a:p>
          <a:p>
            <a:pPr lvl="1"/>
            <a:r>
              <a:rPr lang="zh-CN" altLang="en-US" dirty="0">
                <a:solidFill>
                  <a:srgbClr val="0000CC"/>
                </a:solidFill>
              </a:rPr>
              <a:t>保证事务的隔离性</a:t>
            </a:r>
            <a:endParaRPr lang="en-US" altLang="zh-CN" dirty="0">
              <a:solidFill>
                <a:srgbClr val="0000CC"/>
              </a:solidFill>
            </a:endParaRPr>
          </a:p>
          <a:p>
            <a:pPr lvl="1"/>
            <a:r>
              <a:rPr lang="zh-CN" altLang="en-US" dirty="0">
                <a:solidFill>
                  <a:srgbClr val="0000CC"/>
                </a:solidFill>
              </a:rPr>
              <a:t>保证事务的一致性</a:t>
            </a:r>
            <a:endParaRPr lang="en-US" altLang="zh-CN" dirty="0">
              <a:solidFill>
                <a:srgbClr val="0000CC"/>
              </a:solidFill>
            </a:endParaRPr>
          </a:p>
          <a:p>
            <a:pPr lvl="1"/>
            <a:r>
              <a:rPr lang="zh-CN" altLang="en-US" dirty="0">
                <a:solidFill>
                  <a:srgbClr val="0000CC"/>
                </a:solidFill>
              </a:rPr>
              <a:t>对并发操作进行正确的调度</a:t>
            </a:r>
            <a:endParaRPr lang="zh-CN" altLang="en-US" dirty="0"/>
          </a:p>
        </p:txBody>
      </p:sp>
      <p:sp>
        <p:nvSpPr>
          <p:cNvPr id="4" name="灯片编号占位符 3">
            <a:extLst>
              <a:ext uri="{FF2B5EF4-FFF2-40B4-BE49-F238E27FC236}">
                <a16:creationId xmlns:a16="http://schemas.microsoft.com/office/drawing/2014/main" id="{5C6A007D-D21D-42EC-A894-764553FB25D7}"/>
              </a:ext>
            </a:extLst>
          </p:cNvPr>
          <p:cNvSpPr>
            <a:spLocks noGrp="1"/>
          </p:cNvSpPr>
          <p:nvPr>
            <p:ph type="sldNum" sz="quarter" idx="12"/>
          </p:nvPr>
        </p:nvSpPr>
        <p:spPr/>
        <p:txBody>
          <a:bodyPr/>
          <a:lstStyle/>
          <a:p>
            <a:fld id="{47C9E101-E51D-431E-84FA-C029B8655B60}" type="slidenum">
              <a:rPr lang="zh-CN" altLang="en-US" smtClean="0"/>
              <a:pPr/>
              <a:t>6</a:t>
            </a:fld>
            <a:endParaRPr lang="zh-CN" altLang="en-US" dirty="0"/>
          </a:p>
        </p:txBody>
      </p:sp>
    </p:spTree>
    <p:extLst>
      <p:ext uri="{BB962C8B-B14F-4D97-AF65-F5344CB8AC3E}">
        <p14:creationId xmlns:p14="http://schemas.microsoft.com/office/powerpoint/2010/main" val="17142325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44" name="Group 5"/>
          <p:cNvGrpSpPr>
            <a:grpSpLocks/>
          </p:cNvGrpSpPr>
          <p:nvPr/>
        </p:nvGrpSpPr>
        <p:grpSpPr bwMode="auto">
          <a:xfrm>
            <a:off x="3657600" y="1371600"/>
            <a:ext cx="4038600" cy="3886200"/>
            <a:chOff x="576" y="1152"/>
            <a:chExt cx="1824" cy="2423"/>
          </a:xfrm>
        </p:grpSpPr>
        <p:sp>
          <p:nvSpPr>
            <p:cNvPr id="10246" name="Rectangle 6"/>
            <p:cNvSpPr>
              <a:spLocks noChangeArrowheads="1"/>
            </p:cNvSpPr>
            <p:nvPr/>
          </p:nvSpPr>
          <p:spPr bwMode="auto">
            <a:xfrm>
              <a:off x="1552" y="1402"/>
              <a:ext cx="848" cy="2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lstStyle/>
            <a:p>
              <a:pPr eaLnBrk="1" hangingPunct="1"/>
              <a:r>
                <a:rPr kumimoji="1" lang="en-US" altLang="zh-CN" sz="2400">
                  <a:latin typeface="Times New Roman" pitchFamily="18" charset="0"/>
                </a:rPr>
                <a:t> </a:t>
              </a:r>
              <a:endParaRPr kumimoji="1" lang="en-US" altLang="zh-CN" sz="2000">
                <a:latin typeface="Times New Roman" pitchFamily="18" charset="0"/>
              </a:endParaRPr>
            </a:p>
            <a:p>
              <a:pPr eaLnBrk="1" hangingPunct="1"/>
              <a:r>
                <a:rPr kumimoji="1" lang="en-US" altLang="zh-CN" sz="2000">
                  <a:latin typeface="Times New Roman" pitchFamily="18" charset="0"/>
                </a:rPr>
                <a:t> </a:t>
              </a:r>
            </a:p>
            <a:p>
              <a:pPr eaLnBrk="1" hangingPunct="1"/>
              <a:r>
                <a:rPr kumimoji="1" lang="zh-CN" altLang="en-US" sz="2400" b="1">
                  <a:ea typeface="楷体_GB2312" pitchFamily="49" charset="-122"/>
                </a:rPr>
                <a:t>读</a:t>
              </a:r>
              <a:r>
                <a:rPr kumimoji="1" lang="en-US" altLang="zh-CN" sz="2400" b="1">
                  <a:ea typeface="楷体_GB2312" pitchFamily="49" charset="-122"/>
                </a:rPr>
                <a:t>A=16</a:t>
              </a:r>
            </a:p>
            <a:p>
              <a:pPr eaLnBrk="1" hangingPunct="1"/>
              <a:r>
                <a:rPr kumimoji="1" lang="en-US" altLang="zh-CN" sz="2400" b="1">
                  <a:ea typeface="楷体_GB2312" pitchFamily="49" charset="-122"/>
                </a:rPr>
                <a:t> </a:t>
              </a:r>
            </a:p>
            <a:p>
              <a:pPr eaLnBrk="1" hangingPunct="1"/>
              <a:r>
                <a:rPr kumimoji="1" lang="en-US" altLang="zh-CN" sz="2400" b="1">
                  <a:ea typeface="楷体_GB2312" pitchFamily="49" charset="-122"/>
                </a:rPr>
                <a:t> </a:t>
              </a:r>
            </a:p>
            <a:p>
              <a:pPr eaLnBrk="1" hangingPunct="1"/>
              <a:r>
                <a:rPr kumimoji="1" lang="en-US" altLang="zh-CN" sz="2400" b="1">
                  <a:ea typeface="楷体_GB2312" pitchFamily="49" charset="-122"/>
                </a:rPr>
                <a:t> </a:t>
              </a:r>
            </a:p>
            <a:p>
              <a:pPr eaLnBrk="1" hangingPunct="1"/>
              <a:r>
                <a:rPr kumimoji="1" lang="en-US" altLang="zh-CN" sz="2400" b="1">
                  <a:ea typeface="楷体_GB2312" pitchFamily="49" charset="-122"/>
                </a:rPr>
                <a:t> </a:t>
              </a:r>
            </a:p>
            <a:p>
              <a:pPr eaLnBrk="1" hangingPunct="1"/>
              <a:r>
                <a:rPr kumimoji="1" lang="en-US" altLang="zh-CN" sz="2400" b="1">
                  <a:ea typeface="楷体_GB2312" pitchFamily="49" charset="-122"/>
                </a:rPr>
                <a:t>A←A-1</a:t>
              </a:r>
            </a:p>
            <a:p>
              <a:pPr eaLnBrk="1" hangingPunct="1"/>
              <a:r>
                <a:rPr kumimoji="1" lang="zh-CN" altLang="en-US" sz="2400" b="1">
                  <a:ea typeface="楷体_GB2312" pitchFamily="49" charset="-122"/>
                </a:rPr>
                <a:t>写回</a:t>
              </a:r>
              <a:r>
                <a:rPr kumimoji="1" lang="en-US" altLang="zh-CN" sz="2400" b="1">
                  <a:ea typeface="楷体_GB2312" pitchFamily="49" charset="-122"/>
                </a:rPr>
                <a:t>A=15</a:t>
              </a:r>
            </a:p>
          </p:txBody>
        </p:sp>
        <p:sp>
          <p:nvSpPr>
            <p:cNvPr id="10247" name="Rectangle 7"/>
            <p:cNvSpPr>
              <a:spLocks noChangeArrowheads="1"/>
            </p:cNvSpPr>
            <p:nvPr/>
          </p:nvSpPr>
          <p:spPr bwMode="auto">
            <a:xfrm>
              <a:off x="576" y="1402"/>
              <a:ext cx="976" cy="2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lstStyle/>
            <a:p>
              <a:pPr eaLnBrk="1" hangingPunct="1"/>
              <a:r>
                <a:rPr kumimoji="1" lang="en-US" altLang="zh-CN" sz="2400" b="1">
                  <a:ea typeface="楷体_GB2312" pitchFamily="49" charset="-122"/>
                </a:rPr>
                <a:t>① </a:t>
              </a:r>
              <a:r>
                <a:rPr kumimoji="1" lang="zh-CN" altLang="en-US" sz="2400" b="1">
                  <a:ea typeface="楷体_GB2312" pitchFamily="49" charset="-122"/>
                </a:rPr>
                <a:t>读</a:t>
              </a:r>
              <a:r>
                <a:rPr kumimoji="1" lang="en-US" altLang="zh-CN" sz="2400" b="1">
                  <a:ea typeface="楷体_GB2312" pitchFamily="49" charset="-122"/>
                </a:rPr>
                <a:t>A=16</a:t>
              </a:r>
            </a:p>
            <a:p>
              <a:pPr eaLnBrk="1" hangingPunct="1"/>
              <a:r>
                <a:rPr kumimoji="1" lang="en-US" altLang="zh-CN" sz="2400" b="1">
                  <a:ea typeface="楷体_GB2312" pitchFamily="49" charset="-122"/>
                </a:rPr>
                <a:t> </a:t>
              </a:r>
            </a:p>
            <a:p>
              <a:pPr eaLnBrk="1" hangingPunct="1"/>
              <a:r>
                <a:rPr kumimoji="1" lang="en-US" altLang="zh-CN" sz="2400" b="1">
                  <a:ea typeface="楷体_GB2312" pitchFamily="49" charset="-122"/>
                </a:rPr>
                <a:t>②</a:t>
              </a:r>
            </a:p>
            <a:p>
              <a:pPr eaLnBrk="1" hangingPunct="1"/>
              <a:r>
                <a:rPr kumimoji="1" lang="en-US" altLang="zh-CN" sz="2400" b="1">
                  <a:ea typeface="楷体_GB2312" pitchFamily="49" charset="-122"/>
                </a:rPr>
                <a:t> </a:t>
              </a:r>
            </a:p>
            <a:p>
              <a:pPr eaLnBrk="1" hangingPunct="1"/>
              <a:r>
                <a:rPr kumimoji="1" lang="en-US" altLang="zh-CN" sz="2400" b="1">
                  <a:ea typeface="楷体_GB2312" pitchFamily="49" charset="-122"/>
                </a:rPr>
                <a:t>③ A←A-1</a:t>
              </a:r>
            </a:p>
            <a:p>
              <a:pPr eaLnBrk="1" hangingPunct="1"/>
              <a:r>
                <a:rPr kumimoji="1" lang="en-US" altLang="zh-CN" sz="2400" b="1">
                  <a:ea typeface="楷体_GB2312" pitchFamily="49" charset="-122"/>
                </a:rPr>
                <a:t>   </a:t>
              </a:r>
              <a:r>
                <a:rPr kumimoji="1" lang="zh-CN" altLang="en-US" sz="2400" b="1">
                  <a:ea typeface="楷体_GB2312" pitchFamily="49" charset="-122"/>
                </a:rPr>
                <a:t>写回</a:t>
              </a:r>
              <a:r>
                <a:rPr kumimoji="1" lang="en-US" altLang="zh-CN" sz="2400" b="1">
                  <a:ea typeface="楷体_GB2312" pitchFamily="49" charset="-122"/>
                </a:rPr>
                <a:t>A=15</a:t>
              </a:r>
            </a:p>
            <a:p>
              <a:pPr eaLnBrk="1" hangingPunct="1"/>
              <a:r>
                <a:rPr kumimoji="1" lang="en-US" altLang="zh-CN" sz="2400" b="1">
                  <a:ea typeface="楷体_GB2312" pitchFamily="49" charset="-122"/>
                </a:rPr>
                <a:t> </a:t>
              </a:r>
            </a:p>
            <a:p>
              <a:pPr eaLnBrk="1" hangingPunct="1"/>
              <a:r>
                <a:rPr kumimoji="1" lang="en-US" altLang="zh-CN" sz="2400" b="1">
                  <a:ea typeface="楷体_GB2312" pitchFamily="49" charset="-122"/>
                </a:rPr>
                <a:t>④</a:t>
              </a:r>
            </a:p>
            <a:p>
              <a:pPr eaLnBrk="1" hangingPunct="1"/>
              <a:endParaRPr kumimoji="1" lang="en-US" altLang="zh-CN" sz="2400" b="1">
                <a:ea typeface="楷体_GB2312" pitchFamily="49" charset="-122"/>
              </a:endParaRPr>
            </a:p>
          </p:txBody>
        </p:sp>
        <p:sp>
          <p:nvSpPr>
            <p:cNvPr id="10248" name="Rectangle 8"/>
            <p:cNvSpPr>
              <a:spLocks noChangeArrowheads="1"/>
            </p:cNvSpPr>
            <p:nvPr/>
          </p:nvSpPr>
          <p:spPr bwMode="auto">
            <a:xfrm>
              <a:off x="1552" y="1152"/>
              <a:ext cx="84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lstStyle/>
            <a:p>
              <a:pPr eaLnBrk="1" hangingPunct="1"/>
              <a:r>
                <a:rPr kumimoji="1" lang="zh-CN" altLang="en-US" sz="2400" b="1">
                  <a:ea typeface="楷体_GB2312" pitchFamily="49" charset="-122"/>
                </a:rPr>
                <a:t>事务 </a:t>
              </a:r>
              <a:r>
                <a:rPr kumimoji="1" lang="en-US" altLang="zh-CN" sz="2400" b="1">
                  <a:ea typeface="楷体_GB2312" pitchFamily="49" charset="-122"/>
                </a:rPr>
                <a:t>T</a:t>
              </a:r>
              <a:r>
                <a:rPr kumimoji="1" lang="en-US" altLang="zh-CN" sz="2400" b="1" baseline="-25000">
                  <a:ea typeface="楷体_GB2312" pitchFamily="49" charset="-122"/>
                </a:rPr>
                <a:t>2</a:t>
              </a:r>
            </a:p>
          </p:txBody>
        </p:sp>
        <p:sp>
          <p:nvSpPr>
            <p:cNvPr id="10249" name="Rectangle 9"/>
            <p:cNvSpPr>
              <a:spLocks noChangeArrowheads="1"/>
            </p:cNvSpPr>
            <p:nvPr/>
          </p:nvSpPr>
          <p:spPr bwMode="auto">
            <a:xfrm>
              <a:off x="576" y="1152"/>
              <a:ext cx="9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lstStyle/>
            <a:p>
              <a:pPr eaLnBrk="1" hangingPunct="1"/>
              <a:r>
                <a:rPr kumimoji="1" lang="zh-CN" altLang="en-US" sz="2400" b="1">
                  <a:ea typeface="楷体_GB2312" pitchFamily="49" charset="-122"/>
                </a:rPr>
                <a:t>事务 </a:t>
              </a:r>
              <a:r>
                <a:rPr kumimoji="1" lang="en-US" altLang="zh-CN" sz="2400" b="1">
                  <a:ea typeface="楷体_GB2312" pitchFamily="49" charset="-122"/>
                </a:rPr>
                <a:t>T</a:t>
              </a:r>
              <a:r>
                <a:rPr kumimoji="1" lang="en-US" altLang="zh-CN" sz="2400" b="1" baseline="-25000">
                  <a:ea typeface="楷体_GB2312" pitchFamily="49" charset="-122"/>
                </a:rPr>
                <a:t>1</a:t>
              </a:r>
            </a:p>
          </p:txBody>
        </p:sp>
        <p:sp>
          <p:nvSpPr>
            <p:cNvPr id="10250" name="Line 10"/>
            <p:cNvSpPr>
              <a:spLocks noChangeShapeType="1"/>
            </p:cNvSpPr>
            <p:nvPr/>
          </p:nvSpPr>
          <p:spPr bwMode="auto">
            <a:xfrm>
              <a:off x="576" y="1152"/>
              <a:ext cx="1824"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0251" name="Line 11"/>
            <p:cNvSpPr>
              <a:spLocks noChangeShapeType="1"/>
            </p:cNvSpPr>
            <p:nvPr/>
          </p:nvSpPr>
          <p:spPr bwMode="auto">
            <a:xfrm>
              <a:off x="576" y="1402"/>
              <a:ext cx="182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0252" name="Line 12"/>
            <p:cNvSpPr>
              <a:spLocks noChangeShapeType="1"/>
            </p:cNvSpPr>
            <p:nvPr/>
          </p:nvSpPr>
          <p:spPr bwMode="auto">
            <a:xfrm>
              <a:off x="576" y="3575"/>
              <a:ext cx="1824"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0253" name="Line 13"/>
            <p:cNvSpPr>
              <a:spLocks noChangeShapeType="1"/>
            </p:cNvSpPr>
            <p:nvPr/>
          </p:nvSpPr>
          <p:spPr bwMode="auto">
            <a:xfrm>
              <a:off x="576" y="1152"/>
              <a:ext cx="0" cy="2423"/>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0254" name="Line 14"/>
            <p:cNvSpPr>
              <a:spLocks noChangeShapeType="1"/>
            </p:cNvSpPr>
            <p:nvPr/>
          </p:nvSpPr>
          <p:spPr bwMode="auto">
            <a:xfrm>
              <a:off x="1552" y="1152"/>
              <a:ext cx="0" cy="242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0255" name="Line 15"/>
            <p:cNvSpPr>
              <a:spLocks noChangeShapeType="1"/>
            </p:cNvSpPr>
            <p:nvPr/>
          </p:nvSpPr>
          <p:spPr bwMode="auto">
            <a:xfrm>
              <a:off x="2400" y="1152"/>
              <a:ext cx="0" cy="2423"/>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grpSp>
      <p:sp>
        <p:nvSpPr>
          <p:cNvPr id="10245" name="Rectangle 16"/>
          <p:cNvSpPr>
            <a:spLocks noChangeArrowheads="1"/>
          </p:cNvSpPr>
          <p:nvPr/>
        </p:nvSpPr>
        <p:spPr bwMode="auto">
          <a:xfrm>
            <a:off x="2209800" y="5257800"/>
            <a:ext cx="7772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ctr" eaLnBrk="1" hangingPunct="1"/>
            <a:r>
              <a:rPr lang="en-US" altLang="zh-CN" sz="2400" b="1">
                <a:ea typeface="楷体_GB2312" pitchFamily="49" charset="-122"/>
              </a:rPr>
              <a:t>T1</a:t>
            </a:r>
            <a:r>
              <a:rPr lang="zh-CN" altLang="en-US" sz="2400" b="1">
                <a:ea typeface="楷体_GB2312" pitchFamily="49" charset="-122"/>
              </a:rPr>
              <a:t>的修改被</a:t>
            </a:r>
            <a:r>
              <a:rPr lang="en-US" altLang="zh-CN" sz="2400" b="1">
                <a:ea typeface="楷体_GB2312" pitchFamily="49" charset="-122"/>
              </a:rPr>
              <a:t>T2</a:t>
            </a:r>
            <a:r>
              <a:rPr lang="zh-CN" altLang="en-US" sz="2400" b="1">
                <a:ea typeface="楷体_GB2312" pitchFamily="49" charset="-122"/>
              </a:rPr>
              <a:t>覆盖了！</a:t>
            </a:r>
            <a:endParaRPr lang="zh-CN" altLang="en-US" sz="3600" b="1">
              <a:ea typeface="楷体_GB2312" pitchFamily="49" charset="-122"/>
            </a:endParaRPr>
          </a:p>
        </p:txBody>
      </p:sp>
      <p:sp>
        <p:nvSpPr>
          <p:cNvPr id="2" name="标题 1">
            <a:extLst>
              <a:ext uri="{FF2B5EF4-FFF2-40B4-BE49-F238E27FC236}">
                <a16:creationId xmlns:a16="http://schemas.microsoft.com/office/drawing/2014/main" id="{C3D5AC47-441E-43B3-B87B-C6D131F38CCD}"/>
              </a:ext>
            </a:extLst>
          </p:cNvPr>
          <p:cNvSpPr>
            <a:spLocks noGrp="1"/>
          </p:cNvSpPr>
          <p:nvPr>
            <p:ph type="title"/>
          </p:nvPr>
        </p:nvSpPr>
        <p:spPr/>
        <p:txBody>
          <a:bodyPr/>
          <a:lstStyle/>
          <a:p>
            <a:r>
              <a:rPr lang="zh-CN" altLang="en-US" dirty="0"/>
              <a:t>数据不一致实例：飞机订票系统</a:t>
            </a:r>
          </a:p>
        </p:txBody>
      </p:sp>
      <p:sp>
        <p:nvSpPr>
          <p:cNvPr id="8" name="内容占位符 7">
            <a:extLst>
              <a:ext uri="{FF2B5EF4-FFF2-40B4-BE49-F238E27FC236}">
                <a16:creationId xmlns:a16="http://schemas.microsoft.com/office/drawing/2014/main" id="{22617C0E-EE54-4E6E-A7FB-C2178D9770D7}"/>
              </a:ext>
            </a:extLst>
          </p:cNvPr>
          <p:cNvSpPr>
            <a:spLocks noGrp="1"/>
          </p:cNvSpPr>
          <p:nvPr>
            <p:ph idx="1"/>
          </p:nvPr>
        </p:nvSpPr>
        <p:spPr/>
        <p:txBody>
          <a:bodyPr/>
          <a:lstStyle/>
          <a:p>
            <a:endParaRPr lang="zh-CN" altLang="en-US"/>
          </a:p>
        </p:txBody>
      </p:sp>
      <p:sp>
        <p:nvSpPr>
          <p:cNvPr id="3" name="灯片编号占位符 2"/>
          <p:cNvSpPr>
            <a:spLocks noGrp="1"/>
          </p:cNvSpPr>
          <p:nvPr>
            <p:ph type="sldNum" sz="quarter" idx="12"/>
          </p:nvPr>
        </p:nvSpPr>
        <p:spPr/>
        <p:txBody>
          <a:bodyPr/>
          <a:lstStyle/>
          <a:p>
            <a:fld id="{47C9E101-E51D-431E-84FA-C029B8655B60}" type="slidenum">
              <a:rPr lang="zh-CN" altLang="en-US" smtClean="0"/>
              <a:pPr/>
              <a:t>7</a:t>
            </a:fld>
            <a:endParaRPr lang="zh-CN" altLang="en-US"/>
          </a:p>
        </p:txBody>
      </p:sp>
    </p:spTree>
    <p:extLst>
      <p:ext uri="{BB962C8B-B14F-4D97-AF65-F5344CB8AC3E}">
        <p14:creationId xmlns:p14="http://schemas.microsoft.com/office/powerpoint/2010/main" val="2591113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4DD173-02B7-43A4-9816-825D1A731936}"/>
              </a:ext>
            </a:extLst>
          </p:cNvPr>
          <p:cNvSpPr>
            <a:spLocks noGrp="1"/>
          </p:cNvSpPr>
          <p:nvPr>
            <p:ph type="title"/>
          </p:nvPr>
        </p:nvSpPr>
        <p:spPr/>
        <p:txBody>
          <a:bodyPr/>
          <a:lstStyle/>
          <a:p>
            <a:r>
              <a:rPr lang="zh-CN" altLang="en-US" dirty="0"/>
              <a:t>并发操作带来的数据不一致性</a:t>
            </a:r>
          </a:p>
        </p:txBody>
      </p:sp>
      <p:sp>
        <p:nvSpPr>
          <p:cNvPr id="3" name="内容占位符 2">
            <a:extLst>
              <a:ext uri="{FF2B5EF4-FFF2-40B4-BE49-F238E27FC236}">
                <a16:creationId xmlns:a16="http://schemas.microsoft.com/office/drawing/2014/main" id="{DADE49C6-475E-4315-9847-E07249ED9707}"/>
              </a:ext>
            </a:extLst>
          </p:cNvPr>
          <p:cNvSpPr>
            <a:spLocks noGrp="1"/>
          </p:cNvSpPr>
          <p:nvPr>
            <p:ph idx="1"/>
          </p:nvPr>
        </p:nvSpPr>
        <p:spPr/>
        <p:txBody>
          <a:bodyPr>
            <a:normAutofit/>
          </a:bodyPr>
          <a:lstStyle/>
          <a:p>
            <a:pPr>
              <a:lnSpc>
                <a:spcPct val="140000"/>
              </a:lnSpc>
            </a:pPr>
            <a:r>
              <a:rPr lang="zh-CN" altLang="en-US" dirty="0">
                <a:solidFill>
                  <a:srgbClr val="FF0000"/>
                </a:solidFill>
              </a:rPr>
              <a:t>并发操作带来的数据不一致性表现：</a:t>
            </a:r>
          </a:p>
          <a:p>
            <a:pPr lvl="1">
              <a:lnSpc>
                <a:spcPct val="140000"/>
              </a:lnSpc>
            </a:pPr>
            <a:r>
              <a:rPr lang="zh-CN" altLang="en-US" dirty="0"/>
              <a:t>因两个事务</a:t>
            </a:r>
            <a:r>
              <a:rPr lang="en-US" altLang="zh-CN" dirty="0"/>
              <a:t>T1</a:t>
            </a:r>
            <a:r>
              <a:rPr lang="zh-CN" altLang="en-US" dirty="0"/>
              <a:t>和</a:t>
            </a:r>
            <a:r>
              <a:rPr lang="en-US" altLang="zh-CN" dirty="0"/>
              <a:t>T2</a:t>
            </a:r>
            <a:r>
              <a:rPr lang="zh-CN" altLang="en-US" dirty="0"/>
              <a:t>的读</a:t>
            </a:r>
            <a:r>
              <a:rPr lang="en-US" altLang="zh-CN" dirty="0"/>
              <a:t>-</a:t>
            </a:r>
            <a:r>
              <a:rPr lang="zh-CN" altLang="en-US" dirty="0"/>
              <a:t>读操作不会导致数据的不一致性，故可能导致数据不一致性的</a:t>
            </a:r>
            <a:r>
              <a:rPr lang="en-US" altLang="zh-CN" dirty="0"/>
              <a:t>T1</a:t>
            </a:r>
            <a:r>
              <a:rPr lang="zh-CN" altLang="en-US" dirty="0"/>
              <a:t>和</a:t>
            </a:r>
            <a:r>
              <a:rPr lang="en-US" altLang="zh-CN" dirty="0"/>
              <a:t>T2</a:t>
            </a:r>
            <a:r>
              <a:rPr lang="zh-CN" altLang="en-US" dirty="0"/>
              <a:t>的数据操作分为</a:t>
            </a:r>
            <a:r>
              <a:rPr lang="en-US" altLang="zh-CN" dirty="0"/>
              <a:t>3</a:t>
            </a:r>
            <a:r>
              <a:rPr lang="zh-CN" altLang="en-US" dirty="0"/>
              <a:t>种情况：</a:t>
            </a:r>
            <a:r>
              <a:rPr lang="en-US" altLang="zh-CN" dirty="0"/>
              <a:t>(</a:t>
            </a:r>
            <a:r>
              <a:rPr lang="en-US" altLang="zh-CN" dirty="0">
                <a:solidFill>
                  <a:srgbClr val="FF0000"/>
                </a:solidFill>
              </a:rPr>
              <a:t>T1</a:t>
            </a:r>
            <a:r>
              <a:rPr lang="zh-CN" altLang="en-US" dirty="0">
                <a:solidFill>
                  <a:srgbClr val="FF0000"/>
                </a:solidFill>
              </a:rPr>
              <a:t>写</a:t>
            </a:r>
            <a:r>
              <a:rPr lang="en-US" altLang="zh-CN" dirty="0">
                <a:solidFill>
                  <a:srgbClr val="FF0000"/>
                </a:solidFill>
              </a:rPr>
              <a:t>,T2</a:t>
            </a:r>
            <a:r>
              <a:rPr lang="zh-CN" altLang="en-US" dirty="0">
                <a:solidFill>
                  <a:srgbClr val="FF0000"/>
                </a:solidFill>
              </a:rPr>
              <a:t>写</a:t>
            </a:r>
            <a:r>
              <a:rPr lang="en-US" altLang="zh-CN" dirty="0">
                <a:solidFill>
                  <a:srgbClr val="FF0000"/>
                </a:solidFill>
              </a:rPr>
              <a:t>)</a:t>
            </a:r>
            <a:r>
              <a:rPr lang="zh-CN" altLang="en-US" dirty="0">
                <a:solidFill>
                  <a:srgbClr val="FF0000"/>
                </a:solidFill>
              </a:rPr>
              <a:t>、</a:t>
            </a:r>
            <a:r>
              <a:rPr lang="en-US" altLang="zh-CN" dirty="0">
                <a:solidFill>
                  <a:srgbClr val="FF0000"/>
                </a:solidFill>
              </a:rPr>
              <a:t>(T1</a:t>
            </a:r>
            <a:r>
              <a:rPr lang="zh-CN" altLang="en-US" dirty="0">
                <a:solidFill>
                  <a:srgbClr val="FF0000"/>
                </a:solidFill>
              </a:rPr>
              <a:t>读</a:t>
            </a:r>
            <a:r>
              <a:rPr lang="en-US" altLang="zh-CN" dirty="0">
                <a:solidFill>
                  <a:srgbClr val="FF0000"/>
                </a:solidFill>
              </a:rPr>
              <a:t>,T2</a:t>
            </a:r>
            <a:r>
              <a:rPr lang="zh-CN" altLang="en-US" dirty="0">
                <a:solidFill>
                  <a:srgbClr val="FF0000"/>
                </a:solidFill>
              </a:rPr>
              <a:t>写</a:t>
            </a:r>
            <a:r>
              <a:rPr lang="en-US" altLang="zh-CN" dirty="0">
                <a:solidFill>
                  <a:srgbClr val="FF0000"/>
                </a:solidFill>
              </a:rPr>
              <a:t>)</a:t>
            </a:r>
            <a:r>
              <a:rPr lang="zh-CN" altLang="en-US" dirty="0">
                <a:solidFill>
                  <a:srgbClr val="FF0000"/>
                </a:solidFill>
              </a:rPr>
              <a:t>、</a:t>
            </a:r>
            <a:r>
              <a:rPr lang="en-US" altLang="zh-CN" dirty="0">
                <a:solidFill>
                  <a:srgbClr val="FF0000"/>
                </a:solidFill>
              </a:rPr>
              <a:t>(T1</a:t>
            </a:r>
            <a:r>
              <a:rPr lang="zh-CN" altLang="en-US" dirty="0">
                <a:solidFill>
                  <a:srgbClr val="FF0000"/>
                </a:solidFill>
              </a:rPr>
              <a:t>写</a:t>
            </a:r>
            <a:r>
              <a:rPr lang="en-US" altLang="zh-CN" dirty="0">
                <a:solidFill>
                  <a:srgbClr val="FF0000"/>
                </a:solidFill>
              </a:rPr>
              <a:t>,T2</a:t>
            </a:r>
            <a:r>
              <a:rPr lang="zh-CN" altLang="en-US" dirty="0">
                <a:solidFill>
                  <a:srgbClr val="FF0000"/>
                </a:solidFill>
              </a:rPr>
              <a:t>读</a:t>
            </a:r>
            <a:r>
              <a:rPr lang="en-US" altLang="zh-CN" dirty="0">
                <a:solidFill>
                  <a:srgbClr val="FF0000"/>
                </a:solidFill>
              </a:rPr>
              <a:t>)</a:t>
            </a:r>
          </a:p>
          <a:p>
            <a:pPr marL="1341438" lvl="2" indent="-447675">
              <a:lnSpc>
                <a:spcPct val="140000"/>
              </a:lnSpc>
              <a:buFont typeface="+mj-ea"/>
              <a:buAutoNum type="circleNumDbPlain"/>
            </a:pPr>
            <a:r>
              <a:rPr lang="zh-CN" altLang="en-US" sz="2400" dirty="0">
                <a:solidFill>
                  <a:srgbClr val="0000CC"/>
                </a:solidFill>
              </a:rPr>
              <a:t>丢失修改</a:t>
            </a:r>
            <a:r>
              <a:rPr lang="en-US" altLang="zh-CN" sz="2400" dirty="0">
                <a:solidFill>
                  <a:srgbClr val="0000CC"/>
                </a:solidFill>
              </a:rPr>
              <a:t>(lost update)                     </a:t>
            </a:r>
            <a:r>
              <a:rPr lang="en-US" altLang="zh-CN" sz="2400" dirty="0">
                <a:solidFill>
                  <a:srgbClr val="9933FF"/>
                </a:solidFill>
              </a:rPr>
              <a:t>//</a:t>
            </a:r>
            <a:r>
              <a:rPr lang="zh-CN" altLang="en-US" sz="2400" dirty="0">
                <a:solidFill>
                  <a:srgbClr val="9933FF"/>
                </a:solidFill>
              </a:rPr>
              <a:t> </a:t>
            </a:r>
            <a:r>
              <a:rPr lang="en-US" altLang="zh-CN" sz="2400" dirty="0">
                <a:solidFill>
                  <a:srgbClr val="9933FF"/>
                </a:solidFill>
              </a:rPr>
              <a:t>(T1</a:t>
            </a:r>
            <a:r>
              <a:rPr lang="zh-CN" altLang="en-US" sz="2400" dirty="0">
                <a:solidFill>
                  <a:srgbClr val="9933FF"/>
                </a:solidFill>
              </a:rPr>
              <a:t>写，</a:t>
            </a:r>
            <a:r>
              <a:rPr lang="en-US" altLang="zh-CN" sz="2400" dirty="0">
                <a:solidFill>
                  <a:srgbClr val="9933FF"/>
                </a:solidFill>
              </a:rPr>
              <a:t>T2</a:t>
            </a:r>
            <a:r>
              <a:rPr lang="zh-CN" altLang="en-US" sz="2400" dirty="0">
                <a:solidFill>
                  <a:srgbClr val="9933FF"/>
                </a:solidFill>
              </a:rPr>
              <a:t>写</a:t>
            </a:r>
            <a:r>
              <a:rPr lang="en-US" altLang="zh-CN" sz="2400" dirty="0">
                <a:solidFill>
                  <a:srgbClr val="9933FF"/>
                </a:solidFill>
              </a:rPr>
              <a:t>)</a:t>
            </a:r>
            <a:r>
              <a:rPr lang="zh-CN" altLang="en-US" sz="2400" dirty="0">
                <a:solidFill>
                  <a:srgbClr val="9933FF"/>
                </a:solidFill>
              </a:rPr>
              <a:t>情形</a:t>
            </a:r>
            <a:endParaRPr lang="en-US" altLang="zh-CN" sz="2400" dirty="0">
              <a:solidFill>
                <a:srgbClr val="9933FF"/>
              </a:solidFill>
            </a:endParaRPr>
          </a:p>
          <a:p>
            <a:pPr marL="1341438" lvl="2" indent="-447675">
              <a:lnSpc>
                <a:spcPct val="140000"/>
              </a:lnSpc>
              <a:buFont typeface="+mj-ea"/>
              <a:buAutoNum type="circleNumDbPlain"/>
            </a:pPr>
            <a:r>
              <a:rPr lang="zh-CN" altLang="en-US" sz="2400" dirty="0">
                <a:solidFill>
                  <a:srgbClr val="0000CC"/>
                </a:solidFill>
              </a:rPr>
              <a:t>不可重复读</a:t>
            </a:r>
            <a:r>
              <a:rPr lang="en-US" altLang="zh-CN" sz="2400" dirty="0">
                <a:solidFill>
                  <a:srgbClr val="0000CC"/>
                </a:solidFill>
              </a:rPr>
              <a:t>(non-repeatable read)</a:t>
            </a:r>
            <a:r>
              <a:rPr lang="en-US" altLang="zh-CN" sz="2400" dirty="0">
                <a:solidFill>
                  <a:srgbClr val="9933FF"/>
                </a:solidFill>
              </a:rPr>
              <a:t>   //</a:t>
            </a:r>
            <a:r>
              <a:rPr lang="zh-CN" altLang="en-US" sz="2400" dirty="0">
                <a:solidFill>
                  <a:srgbClr val="9933FF"/>
                </a:solidFill>
              </a:rPr>
              <a:t> </a:t>
            </a:r>
            <a:r>
              <a:rPr lang="en-US" altLang="zh-CN" sz="2400" dirty="0">
                <a:solidFill>
                  <a:srgbClr val="9933FF"/>
                </a:solidFill>
              </a:rPr>
              <a:t>(T1</a:t>
            </a:r>
            <a:r>
              <a:rPr lang="zh-CN" altLang="en-US" sz="2400" dirty="0">
                <a:solidFill>
                  <a:srgbClr val="9933FF"/>
                </a:solidFill>
              </a:rPr>
              <a:t>读，</a:t>
            </a:r>
            <a:r>
              <a:rPr lang="en-US" altLang="zh-CN" sz="2400" dirty="0">
                <a:solidFill>
                  <a:srgbClr val="9933FF"/>
                </a:solidFill>
              </a:rPr>
              <a:t>T2</a:t>
            </a:r>
            <a:r>
              <a:rPr lang="zh-CN" altLang="en-US" sz="2400" dirty="0">
                <a:solidFill>
                  <a:srgbClr val="9933FF"/>
                </a:solidFill>
              </a:rPr>
              <a:t>写</a:t>
            </a:r>
            <a:r>
              <a:rPr lang="en-US" altLang="zh-CN" sz="2400" dirty="0">
                <a:solidFill>
                  <a:srgbClr val="9933FF"/>
                </a:solidFill>
              </a:rPr>
              <a:t>)</a:t>
            </a:r>
            <a:r>
              <a:rPr lang="zh-CN" altLang="en-US" sz="2400" dirty="0">
                <a:solidFill>
                  <a:srgbClr val="9933FF"/>
                </a:solidFill>
              </a:rPr>
              <a:t>情形</a:t>
            </a:r>
            <a:endParaRPr lang="en-US" altLang="zh-CN" sz="2400" dirty="0">
              <a:solidFill>
                <a:srgbClr val="0000CC"/>
              </a:solidFill>
            </a:endParaRPr>
          </a:p>
          <a:p>
            <a:pPr marL="1341438" lvl="2" indent="-447675">
              <a:lnSpc>
                <a:spcPct val="140000"/>
              </a:lnSpc>
              <a:buFont typeface="+mj-ea"/>
              <a:buAutoNum type="circleNumDbPlain"/>
            </a:pPr>
            <a:r>
              <a:rPr lang="zh-CN" altLang="en-US" sz="2400" dirty="0">
                <a:solidFill>
                  <a:srgbClr val="0000CC"/>
                </a:solidFill>
              </a:rPr>
              <a:t>读</a:t>
            </a:r>
            <a:r>
              <a:rPr lang="zh-CN" altLang="en-US" sz="2400" dirty="0">
                <a:solidFill>
                  <a:srgbClr val="0000CC"/>
                </a:solidFill>
                <a:latin typeface="+mn-ea"/>
              </a:rPr>
              <a:t>“脏”</a:t>
            </a:r>
            <a:r>
              <a:rPr lang="zh-CN" altLang="en-US" sz="2400" dirty="0">
                <a:solidFill>
                  <a:srgbClr val="0000CC"/>
                </a:solidFill>
              </a:rPr>
              <a:t>数据</a:t>
            </a:r>
            <a:r>
              <a:rPr lang="en-US" altLang="zh-CN" sz="2400" dirty="0">
                <a:solidFill>
                  <a:srgbClr val="0000CC"/>
                </a:solidFill>
              </a:rPr>
              <a:t>(dirty read)                 </a:t>
            </a:r>
            <a:r>
              <a:rPr lang="en-US" altLang="zh-CN" sz="2400" dirty="0">
                <a:solidFill>
                  <a:srgbClr val="9933FF"/>
                </a:solidFill>
              </a:rPr>
              <a:t>//</a:t>
            </a:r>
            <a:r>
              <a:rPr lang="zh-CN" altLang="en-US" sz="2400" dirty="0">
                <a:solidFill>
                  <a:srgbClr val="9933FF"/>
                </a:solidFill>
              </a:rPr>
              <a:t> </a:t>
            </a:r>
            <a:r>
              <a:rPr lang="en-US" altLang="zh-CN" sz="2400" dirty="0">
                <a:solidFill>
                  <a:srgbClr val="9933FF"/>
                </a:solidFill>
              </a:rPr>
              <a:t>(T1</a:t>
            </a:r>
            <a:r>
              <a:rPr lang="zh-CN" altLang="en-US" sz="2400" dirty="0">
                <a:solidFill>
                  <a:srgbClr val="9933FF"/>
                </a:solidFill>
              </a:rPr>
              <a:t>写，</a:t>
            </a:r>
            <a:r>
              <a:rPr lang="en-US" altLang="zh-CN" sz="2400" dirty="0">
                <a:solidFill>
                  <a:srgbClr val="9933FF"/>
                </a:solidFill>
              </a:rPr>
              <a:t>T2</a:t>
            </a:r>
            <a:r>
              <a:rPr lang="zh-CN" altLang="en-US" sz="2400" dirty="0">
                <a:solidFill>
                  <a:srgbClr val="9933FF"/>
                </a:solidFill>
              </a:rPr>
              <a:t>读</a:t>
            </a:r>
            <a:r>
              <a:rPr lang="en-US" altLang="zh-CN" sz="2400" dirty="0">
                <a:solidFill>
                  <a:srgbClr val="9933FF"/>
                </a:solidFill>
              </a:rPr>
              <a:t>)</a:t>
            </a:r>
            <a:r>
              <a:rPr lang="zh-CN" altLang="en-US" sz="2400" dirty="0">
                <a:solidFill>
                  <a:srgbClr val="9933FF"/>
                </a:solidFill>
              </a:rPr>
              <a:t>情形</a:t>
            </a:r>
            <a:endParaRPr lang="en-US" altLang="zh-CN" dirty="0"/>
          </a:p>
          <a:p>
            <a:pPr>
              <a:lnSpc>
                <a:spcPct val="140000"/>
              </a:lnSpc>
            </a:pPr>
            <a:r>
              <a:rPr lang="zh-CN" altLang="en-US" dirty="0"/>
              <a:t>记</a:t>
            </a:r>
            <a:r>
              <a:rPr lang="en-US" altLang="zh-CN" dirty="0">
                <a:solidFill>
                  <a:srgbClr val="FF0000"/>
                </a:solidFill>
              </a:rPr>
              <a:t>R(x)</a:t>
            </a:r>
            <a:r>
              <a:rPr lang="zh-CN" altLang="en-US" dirty="0"/>
              <a:t>表示事务读数据</a:t>
            </a:r>
            <a:r>
              <a:rPr lang="en-US" altLang="zh-CN" dirty="0"/>
              <a:t>x</a:t>
            </a:r>
            <a:r>
              <a:rPr lang="zh-CN" altLang="en-US" dirty="0"/>
              <a:t>；</a:t>
            </a:r>
            <a:r>
              <a:rPr lang="en-US" altLang="zh-CN" dirty="0">
                <a:solidFill>
                  <a:srgbClr val="FF0000"/>
                </a:solidFill>
              </a:rPr>
              <a:t>W(x)</a:t>
            </a:r>
            <a:r>
              <a:rPr lang="zh-CN" altLang="en-US" dirty="0"/>
              <a:t>表示事务写数据</a:t>
            </a:r>
            <a:r>
              <a:rPr lang="en-US" altLang="zh-CN" dirty="0"/>
              <a:t>x</a:t>
            </a:r>
          </a:p>
        </p:txBody>
      </p:sp>
      <p:sp>
        <p:nvSpPr>
          <p:cNvPr id="4" name="灯片编号占位符 3">
            <a:extLst>
              <a:ext uri="{FF2B5EF4-FFF2-40B4-BE49-F238E27FC236}">
                <a16:creationId xmlns:a16="http://schemas.microsoft.com/office/drawing/2014/main" id="{41F6287A-B3CD-487A-A2A9-C0FBD2B6D867}"/>
              </a:ext>
            </a:extLst>
          </p:cNvPr>
          <p:cNvSpPr>
            <a:spLocks noGrp="1"/>
          </p:cNvSpPr>
          <p:nvPr>
            <p:ph type="sldNum" sz="quarter" idx="12"/>
          </p:nvPr>
        </p:nvSpPr>
        <p:spPr/>
        <p:txBody>
          <a:bodyPr/>
          <a:lstStyle/>
          <a:p>
            <a:fld id="{47C9E101-E51D-431E-84FA-C029B8655B60}" type="slidenum">
              <a:rPr lang="zh-CN" altLang="en-US" smtClean="0"/>
              <a:pPr/>
              <a:t>8</a:t>
            </a:fld>
            <a:endParaRPr lang="zh-CN" altLang="en-US" dirty="0"/>
          </a:p>
        </p:txBody>
      </p:sp>
    </p:spTree>
    <p:extLst>
      <p:ext uri="{BB962C8B-B14F-4D97-AF65-F5344CB8AC3E}">
        <p14:creationId xmlns:p14="http://schemas.microsoft.com/office/powerpoint/2010/main" val="40112785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内容占位符 4">
            <a:extLst>
              <a:ext uri="{FF2B5EF4-FFF2-40B4-BE49-F238E27FC236}">
                <a16:creationId xmlns:a16="http://schemas.microsoft.com/office/drawing/2014/main" id="{2E014A9F-8CFA-47C3-B134-86202BF9E2A4}"/>
              </a:ext>
            </a:extLst>
          </p:cNvPr>
          <p:cNvGraphicFramePr>
            <a:graphicFrameLocks noGrp="1"/>
          </p:cNvGraphicFramePr>
          <p:nvPr>
            <p:ph idx="1"/>
            <p:extLst/>
          </p:nvPr>
        </p:nvGraphicFramePr>
        <p:xfrm>
          <a:off x="533400" y="914400"/>
          <a:ext cx="11006136" cy="5852160"/>
        </p:xfrm>
        <a:graphic>
          <a:graphicData uri="http://schemas.openxmlformats.org/drawingml/2006/table">
            <a:tbl>
              <a:tblPr firstRow="1" bandRow="1">
                <a:tableStyleId>{8A107856-5554-42FB-B03E-39F5DBC370BA}</a:tableStyleId>
              </a:tblPr>
              <a:tblGrid>
                <a:gridCol w="2833687">
                  <a:extLst>
                    <a:ext uri="{9D8B030D-6E8A-4147-A177-3AD203B41FA5}">
                      <a16:colId xmlns:a16="http://schemas.microsoft.com/office/drawing/2014/main" val="1051047119"/>
                    </a:ext>
                  </a:extLst>
                </a:gridCol>
                <a:gridCol w="4191000">
                  <a:extLst>
                    <a:ext uri="{9D8B030D-6E8A-4147-A177-3AD203B41FA5}">
                      <a16:colId xmlns:a16="http://schemas.microsoft.com/office/drawing/2014/main" val="2338530343"/>
                    </a:ext>
                  </a:extLst>
                </a:gridCol>
                <a:gridCol w="3981449">
                  <a:extLst>
                    <a:ext uri="{9D8B030D-6E8A-4147-A177-3AD203B41FA5}">
                      <a16:colId xmlns:a16="http://schemas.microsoft.com/office/drawing/2014/main" val="352680108"/>
                    </a:ext>
                  </a:extLst>
                </a:gridCol>
              </a:tblGrid>
              <a:tr h="370840">
                <a:tc>
                  <a:txBody>
                    <a:bodyPr/>
                    <a:lstStyle/>
                    <a:p>
                      <a:pPr algn="ctr"/>
                      <a:r>
                        <a:rPr lang="zh-CN" altLang="en-US" sz="2400">
                          <a:solidFill>
                            <a:srgbClr val="0000FF"/>
                          </a:solidFill>
                          <a:latin typeface="微软雅黑" panose="020B0503020204020204" pitchFamily="34" charset="-122"/>
                          <a:ea typeface="微软雅黑" panose="020B0503020204020204" pitchFamily="34" charset="-122"/>
                        </a:rPr>
                        <a:t>丢失修改</a:t>
                      </a:r>
                    </a:p>
                  </a:txBody>
                  <a:tcPr/>
                </a:tc>
                <a:tc>
                  <a:txBody>
                    <a:bodyPr/>
                    <a:lstStyle/>
                    <a:p>
                      <a:pPr algn="ctr"/>
                      <a:r>
                        <a:rPr lang="zh-CN" altLang="en-US" sz="2400">
                          <a:solidFill>
                            <a:srgbClr val="0000FF"/>
                          </a:solidFill>
                          <a:latin typeface="微软雅黑" panose="020B0503020204020204" pitchFamily="34" charset="-122"/>
                          <a:ea typeface="微软雅黑" panose="020B0503020204020204" pitchFamily="34" charset="-122"/>
                        </a:rPr>
                        <a:t>不可重复读</a:t>
                      </a:r>
                    </a:p>
                  </a:txBody>
                  <a:tcPr/>
                </a:tc>
                <a:tc>
                  <a:txBody>
                    <a:bodyPr/>
                    <a:lstStyle/>
                    <a:p>
                      <a:pPr algn="ctr"/>
                      <a:r>
                        <a:rPr lang="zh-CN" altLang="en-US" sz="2400">
                          <a:solidFill>
                            <a:srgbClr val="0000FF"/>
                          </a:solidFill>
                          <a:latin typeface="微软雅黑" panose="020B0503020204020204" pitchFamily="34" charset="-122"/>
                          <a:ea typeface="微软雅黑" panose="020B0503020204020204" pitchFamily="34" charset="-122"/>
                        </a:rPr>
                        <a:t>读</a:t>
                      </a:r>
                      <a:r>
                        <a:rPr lang="en-US" altLang="zh-CN" sz="2400">
                          <a:solidFill>
                            <a:srgbClr val="0000FF"/>
                          </a:solidFill>
                          <a:latin typeface="微软雅黑" panose="020B0503020204020204" pitchFamily="34" charset="-122"/>
                          <a:ea typeface="微软雅黑" panose="020B0503020204020204" pitchFamily="34" charset="-122"/>
                        </a:rPr>
                        <a:t>”</a:t>
                      </a:r>
                      <a:r>
                        <a:rPr lang="zh-CN" altLang="en-US" sz="2400">
                          <a:solidFill>
                            <a:srgbClr val="0000FF"/>
                          </a:solidFill>
                          <a:latin typeface="微软雅黑" panose="020B0503020204020204" pitchFamily="34" charset="-122"/>
                          <a:ea typeface="微软雅黑" panose="020B0503020204020204" pitchFamily="34" charset="-122"/>
                        </a:rPr>
                        <a:t>脏</a:t>
                      </a:r>
                      <a:r>
                        <a:rPr lang="en-US" altLang="zh-CN" sz="2400">
                          <a:solidFill>
                            <a:srgbClr val="0000FF"/>
                          </a:solidFill>
                          <a:latin typeface="微软雅黑" panose="020B0503020204020204" pitchFamily="34" charset="-122"/>
                          <a:ea typeface="微软雅黑" panose="020B0503020204020204" pitchFamily="34" charset="-122"/>
                        </a:rPr>
                        <a:t>”</a:t>
                      </a:r>
                      <a:r>
                        <a:rPr lang="zh-CN" altLang="en-US" sz="2400">
                          <a:solidFill>
                            <a:srgbClr val="0000FF"/>
                          </a:solidFill>
                          <a:latin typeface="微软雅黑" panose="020B0503020204020204" pitchFamily="34" charset="-122"/>
                          <a:ea typeface="微软雅黑" panose="020B0503020204020204" pitchFamily="34" charset="-122"/>
                        </a:rPr>
                        <a:t>数据</a:t>
                      </a:r>
                    </a:p>
                  </a:txBody>
                  <a:tcPr/>
                </a:tc>
                <a:extLst>
                  <a:ext uri="{0D108BD9-81ED-4DB2-BD59-A6C34878D82A}">
                    <a16:rowId xmlns:a16="http://schemas.microsoft.com/office/drawing/2014/main" val="3186282529"/>
                  </a:ext>
                </a:extLst>
              </a:tr>
              <a:tr h="370840">
                <a:tc>
                  <a:txBody>
                    <a:bodyPr/>
                    <a:lstStyle/>
                    <a:p>
                      <a:pPr marL="285750" indent="-285750">
                        <a:buFont typeface="Arial" panose="020B0604020202020204" pitchFamily="34" charset="0"/>
                        <a:buChar char="•"/>
                      </a:pPr>
                      <a:r>
                        <a:rPr lang="zh-CN" altLang="en-US" sz="1800">
                          <a:latin typeface="微软雅黑" panose="020B0503020204020204" pitchFamily="34" charset="-122"/>
                          <a:ea typeface="微软雅黑" panose="020B0503020204020204" pitchFamily="34" charset="-122"/>
                        </a:rPr>
                        <a:t>是指两个事务</a:t>
                      </a:r>
                      <a:r>
                        <a:rPr lang="en-US" altLang="zh-CN" sz="1800">
                          <a:latin typeface="微软雅黑" panose="020B0503020204020204" pitchFamily="34" charset="-122"/>
                          <a:ea typeface="微软雅黑" panose="020B0503020204020204" pitchFamily="34" charset="-122"/>
                        </a:rPr>
                        <a:t>T1</a:t>
                      </a:r>
                      <a:r>
                        <a:rPr lang="zh-CN" altLang="en-US" sz="1800">
                          <a:latin typeface="微软雅黑" panose="020B0503020204020204" pitchFamily="34" charset="-122"/>
                          <a:ea typeface="微软雅黑" panose="020B0503020204020204" pitchFamily="34" charset="-122"/>
                        </a:rPr>
                        <a:t>和</a:t>
                      </a:r>
                      <a:r>
                        <a:rPr lang="en-US" altLang="zh-CN" sz="1800">
                          <a:latin typeface="微软雅黑" panose="020B0503020204020204" pitchFamily="34" charset="-122"/>
                          <a:ea typeface="微软雅黑" panose="020B0503020204020204" pitchFamily="34" charset="-122"/>
                        </a:rPr>
                        <a:t>T2</a:t>
                      </a:r>
                      <a:r>
                        <a:rPr lang="zh-CN" altLang="en-US" sz="1800">
                          <a:latin typeface="微软雅黑" panose="020B0503020204020204" pitchFamily="34" charset="-122"/>
                          <a:ea typeface="微软雅黑" panose="020B0503020204020204" pitchFamily="34" charset="-122"/>
                        </a:rPr>
                        <a:t>读入同一数据并修改，</a:t>
                      </a:r>
                      <a:r>
                        <a:rPr lang="en-US" altLang="zh-CN" sz="1800">
                          <a:latin typeface="微软雅黑" panose="020B0503020204020204" pitchFamily="34" charset="-122"/>
                          <a:ea typeface="微软雅黑" panose="020B0503020204020204" pitchFamily="34" charset="-122"/>
                        </a:rPr>
                        <a:t>T2</a:t>
                      </a:r>
                      <a:r>
                        <a:rPr lang="zh-CN" altLang="en-US" sz="1800">
                          <a:latin typeface="微软雅黑" panose="020B0503020204020204" pitchFamily="34" charset="-122"/>
                          <a:ea typeface="微软雅黑" panose="020B0503020204020204" pitchFamily="34" charset="-122"/>
                        </a:rPr>
                        <a:t>的提交结果破坏了</a:t>
                      </a:r>
                      <a:r>
                        <a:rPr lang="en-US" altLang="zh-CN" sz="1800">
                          <a:latin typeface="微软雅黑" panose="020B0503020204020204" pitchFamily="34" charset="-122"/>
                          <a:ea typeface="微软雅黑" panose="020B0503020204020204" pitchFamily="34" charset="-122"/>
                        </a:rPr>
                        <a:t>T1</a:t>
                      </a:r>
                      <a:r>
                        <a:rPr lang="zh-CN" altLang="en-US" sz="1800">
                          <a:latin typeface="微软雅黑" panose="020B0503020204020204" pitchFamily="34" charset="-122"/>
                          <a:ea typeface="微软雅黑" panose="020B0503020204020204" pitchFamily="34" charset="-122"/>
                        </a:rPr>
                        <a:t>提交的结果，导致</a:t>
                      </a:r>
                      <a:r>
                        <a:rPr lang="en-US" altLang="zh-CN" sz="1800">
                          <a:latin typeface="微软雅黑" panose="020B0503020204020204" pitchFamily="34" charset="-122"/>
                          <a:ea typeface="微软雅黑" panose="020B0503020204020204" pitchFamily="34" charset="-122"/>
                        </a:rPr>
                        <a:t>T1</a:t>
                      </a:r>
                      <a:r>
                        <a:rPr lang="zh-CN" altLang="en-US" sz="1800">
                          <a:latin typeface="微软雅黑" panose="020B0503020204020204" pitchFamily="34" charset="-122"/>
                          <a:ea typeface="微软雅黑" panose="020B0503020204020204" pitchFamily="34" charset="-122"/>
                        </a:rPr>
                        <a:t>的修改被丢失。</a:t>
                      </a:r>
                    </a:p>
                  </a:txBody>
                  <a:tcPr/>
                </a:tc>
                <a:tc>
                  <a:txBody>
                    <a:bodyPr/>
                    <a:lstStyle/>
                    <a:p>
                      <a:pPr marL="285750" indent="-285750">
                        <a:buFont typeface="Arial" panose="020B0604020202020204" pitchFamily="34" charset="0"/>
                        <a:buChar char="•"/>
                      </a:pPr>
                      <a:r>
                        <a:rPr lang="zh-CN" altLang="en-US" sz="1800">
                          <a:latin typeface="微软雅黑" panose="020B0503020204020204" pitchFamily="34" charset="-122"/>
                          <a:ea typeface="微软雅黑" panose="020B0503020204020204" pitchFamily="34" charset="-122"/>
                        </a:rPr>
                        <a:t>是指事务</a:t>
                      </a:r>
                      <a:r>
                        <a:rPr lang="en-US" altLang="zh-CN" sz="1800">
                          <a:latin typeface="微软雅黑" panose="020B0503020204020204" pitchFamily="34" charset="-122"/>
                          <a:ea typeface="微软雅黑" panose="020B0503020204020204" pitchFamily="34" charset="-122"/>
                        </a:rPr>
                        <a:t>T1</a:t>
                      </a:r>
                      <a:r>
                        <a:rPr lang="zh-CN" altLang="en-US" sz="1800">
                          <a:latin typeface="微软雅黑" panose="020B0503020204020204" pitchFamily="34" charset="-122"/>
                          <a:ea typeface="微软雅黑" panose="020B0503020204020204" pitchFamily="34" charset="-122"/>
                        </a:rPr>
                        <a:t>读取数据后，事务</a:t>
                      </a:r>
                      <a:r>
                        <a:rPr lang="en-US" altLang="zh-CN" sz="1800">
                          <a:latin typeface="微软雅黑" panose="020B0503020204020204" pitchFamily="34" charset="-122"/>
                          <a:ea typeface="微软雅黑" panose="020B0503020204020204" pitchFamily="34" charset="-122"/>
                        </a:rPr>
                        <a:t>T2 </a:t>
                      </a:r>
                      <a:r>
                        <a:rPr lang="zh-CN" altLang="en-US" sz="1800">
                          <a:latin typeface="微软雅黑" panose="020B0503020204020204" pitchFamily="34" charset="-122"/>
                          <a:ea typeface="微软雅黑" panose="020B0503020204020204" pitchFamily="34" charset="-122"/>
                        </a:rPr>
                        <a:t>执行更新操作，使</a:t>
                      </a:r>
                      <a:r>
                        <a:rPr lang="en-US" altLang="zh-CN" sz="1800">
                          <a:latin typeface="微软雅黑" panose="020B0503020204020204" pitchFamily="34" charset="-122"/>
                          <a:ea typeface="微软雅黑" panose="020B0503020204020204" pitchFamily="34" charset="-122"/>
                        </a:rPr>
                        <a:t>T1</a:t>
                      </a:r>
                      <a:r>
                        <a:rPr lang="zh-CN" altLang="en-US" sz="1800">
                          <a:latin typeface="微软雅黑" panose="020B0503020204020204" pitchFamily="34" charset="-122"/>
                          <a:ea typeface="微软雅黑" panose="020B0503020204020204" pitchFamily="34" charset="-122"/>
                        </a:rPr>
                        <a:t>无法再现前一次读取结果。</a:t>
                      </a:r>
                    </a:p>
                  </a:txBody>
                  <a:tcPr/>
                </a:tc>
                <a:tc>
                  <a:txBody>
                    <a:bodyPr/>
                    <a:lstStyle/>
                    <a:p>
                      <a:pPr marL="285750" indent="-285750">
                        <a:buFont typeface="Arial" panose="020B0604020202020204" pitchFamily="34" charset="0"/>
                        <a:buChar char="•"/>
                      </a:pPr>
                      <a:r>
                        <a:rPr lang="zh-CN" altLang="en-US" sz="1800">
                          <a:latin typeface="微软雅黑" panose="020B0503020204020204" pitchFamily="34" charset="-122"/>
                          <a:ea typeface="微软雅黑" panose="020B0503020204020204" pitchFamily="34" charset="-122"/>
                        </a:rPr>
                        <a:t>是指事务</a:t>
                      </a:r>
                      <a:r>
                        <a:rPr lang="en-US" altLang="zh-CN" sz="1800">
                          <a:latin typeface="微软雅黑" panose="020B0503020204020204" pitchFamily="34" charset="-122"/>
                          <a:ea typeface="微软雅黑" panose="020B0503020204020204" pitchFamily="34" charset="-122"/>
                        </a:rPr>
                        <a:t>T1</a:t>
                      </a:r>
                      <a:r>
                        <a:rPr lang="zh-CN" altLang="en-US" sz="1800">
                          <a:latin typeface="微软雅黑" panose="020B0503020204020204" pitchFamily="34" charset="-122"/>
                          <a:ea typeface="微软雅黑" panose="020B0503020204020204" pitchFamily="34" charset="-122"/>
                        </a:rPr>
                        <a:t>修改某一数据，并将其写回磁盘，事务</a:t>
                      </a:r>
                      <a:r>
                        <a:rPr lang="en-US" altLang="zh-CN" sz="1800">
                          <a:latin typeface="微软雅黑" panose="020B0503020204020204" pitchFamily="34" charset="-122"/>
                          <a:ea typeface="微软雅黑" panose="020B0503020204020204" pitchFamily="34" charset="-122"/>
                        </a:rPr>
                        <a:t>T2</a:t>
                      </a:r>
                      <a:r>
                        <a:rPr lang="zh-CN" altLang="en-US" sz="1800">
                          <a:latin typeface="微软雅黑" panose="020B0503020204020204" pitchFamily="34" charset="-122"/>
                          <a:ea typeface="微软雅黑" panose="020B0503020204020204" pitchFamily="34" charset="-122"/>
                        </a:rPr>
                        <a:t>读取同一数据后，</a:t>
                      </a:r>
                      <a:r>
                        <a:rPr lang="en-US" altLang="zh-CN" sz="1800">
                          <a:latin typeface="微软雅黑" panose="020B0503020204020204" pitchFamily="34" charset="-122"/>
                          <a:ea typeface="微软雅黑" panose="020B0503020204020204" pitchFamily="34" charset="-122"/>
                        </a:rPr>
                        <a:t>T1</a:t>
                      </a:r>
                      <a:r>
                        <a:rPr lang="zh-CN" altLang="en-US" sz="1800">
                          <a:latin typeface="微软雅黑" panose="020B0503020204020204" pitchFamily="34" charset="-122"/>
                          <a:ea typeface="微软雅黑" panose="020B0503020204020204" pitchFamily="34" charset="-122"/>
                        </a:rPr>
                        <a:t>由于某种原因被撤销，这时</a:t>
                      </a:r>
                      <a:r>
                        <a:rPr lang="en-US" altLang="zh-CN" sz="1800">
                          <a:latin typeface="微软雅黑" panose="020B0503020204020204" pitchFamily="34" charset="-122"/>
                          <a:ea typeface="微软雅黑" panose="020B0503020204020204" pitchFamily="34" charset="-122"/>
                        </a:rPr>
                        <a:t>T1</a:t>
                      </a:r>
                      <a:r>
                        <a:rPr lang="zh-CN" altLang="en-US" sz="1800">
                          <a:latin typeface="微软雅黑" panose="020B0503020204020204" pitchFamily="34" charset="-122"/>
                          <a:ea typeface="微软雅黑" panose="020B0503020204020204" pitchFamily="34" charset="-122"/>
                        </a:rPr>
                        <a:t>已修改过的数据恢复原值，</a:t>
                      </a:r>
                      <a:r>
                        <a:rPr lang="en-US" altLang="zh-CN" sz="1800">
                          <a:latin typeface="微软雅黑" panose="020B0503020204020204" pitchFamily="34" charset="-122"/>
                          <a:ea typeface="微软雅黑" panose="020B0503020204020204" pitchFamily="34" charset="-122"/>
                        </a:rPr>
                        <a:t>T2</a:t>
                      </a:r>
                      <a:r>
                        <a:rPr lang="zh-CN" altLang="en-US" sz="1800">
                          <a:latin typeface="微软雅黑" panose="020B0503020204020204" pitchFamily="34" charset="-122"/>
                          <a:ea typeface="微软雅黑" panose="020B0503020204020204" pitchFamily="34" charset="-122"/>
                        </a:rPr>
                        <a:t>读到的数据就与数据库中的数据不一致，</a:t>
                      </a:r>
                      <a:r>
                        <a:rPr lang="en-US" altLang="zh-CN" sz="1800">
                          <a:latin typeface="微软雅黑" panose="020B0503020204020204" pitchFamily="34" charset="-122"/>
                          <a:ea typeface="微软雅黑" panose="020B0503020204020204" pitchFamily="34" charset="-122"/>
                        </a:rPr>
                        <a:t>T2</a:t>
                      </a:r>
                      <a:r>
                        <a:rPr lang="zh-CN" altLang="en-US" sz="1800">
                          <a:latin typeface="微软雅黑" panose="020B0503020204020204" pitchFamily="34" charset="-122"/>
                          <a:ea typeface="微软雅黑" panose="020B0503020204020204" pitchFamily="34" charset="-122"/>
                        </a:rPr>
                        <a:t>读到的数据就为“脏”数据，即不正确的数据。</a:t>
                      </a:r>
                    </a:p>
                  </a:txBody>
                  <a:tcPr/>
                </a:tc>
                <a:extLst>
                  <a:ext uri="{0D108BD9-81ED-4DB2-BD59-A6C34878D82A}">
                    <a16:rowId xmlns:a16="http://schemas.microsoft.com/office/drawing/2014/main" val="1098928661"/>
                  </a:ext>
                </a:extLst>
              </a:tr>
              <a:tr h="370840">
                <a:tc>
                  <a:txBody>
                    <a:bodyPr/>
                    <a:lstStyle/>
                    <a:p>
                      <a:endParaRPr lang="zh-CN" altLang="en-US" sz="2400">
                        <a:latin typeface="微软雅黑" panose="020B0503020204020204" pitchFamily="34" charset="-122"/>
                        <a:ea typeface="微软雅黑" panose="020B0503020204020204" pitchFamily="34" charset="-122"/>
                      </a:endParaRPr>
                    </a:p>
                  </a:txBody>
                  <a:tcPr/>
                </a:tc>
                <a:tc>
                  <a:txBody>
                    <a:bodyPr/>
                    <a:lstStyle/>
                    <a:p>
                      <a:r>
                        <a:rPr lang="zh-CN" altLang="en-US" sz="2400">
                          <a:latin typeface="微软雅黑" panose="020B0503020204020204" pitchFamily="34" charset="-122"/>
                          <a:ea typeface="微软雅黑" panose="020B0503020204020204" pitchFamily="34" charset="-122"/>
                        </a:rPr>
                        <a:t>不可重复读包括三种情况：</a:t>
                      </a:r>
                      <a:endParaRPr lang="en-US" altLang="zh-CN" sz="2400">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r>
                        <a:rPr lang="zh-CN" altLang="en-US" sz="1600">
                          <a:solidFill>
                            <a:srgbClr val="0000FF"/>
                          </a:solidFill>
                          <a:latin typeface="微软雅黑" panose="020B0503020204020204" pitchFamily="34" charset="-122"/>
                          <a:ea typeface="微软雅黑" panose="020B0503020204020204" pitchFamily="34" charset="-122"/>
                        </a:rPr>
                        <a:t>事务</a:t>
                      </a:r>
                      <a:r>
                        <a:rPr lang="en-US" altLang="zh-CN" sz="1600">
                          <a:solidFill>
                            <a:srgbClr val="0000FF"/>
                          </a:solidFill>
                          <a:latin typeface="微软雅黑" panose="020B0503020204020204" pitchFamily="34" charset="-122"/>
                          <a:ea typeface="微软雅黑" panose="020B0503020204020204" pitchFamily="34" charset="-122"/>
                        </a:rPr>
                        <a:t>T1</a:t>
                      </a:r>
                      <a:r>
                        <a:rPr lang="zh-CN" altLang="en-US" sz="1600">
                          <a:solidFill>
                            <a:srgbClr val="0000FF"/>
                          </a:solidFill>
                          <a:latin typeface="微软雅黑" panose="020B0503020204020204" pitchFamily="34" charset="-122"/>
                          <a:ea typeface="微软雅黑" panose="020B0503020204020204" pitchFamily="34" charset="-122"/>
                        </a:rPr>
                        <a:t>读取某一数据后，事务</a:t>
                      </a:r>
                      <a:r>
                        <a:rPr lang="en-US" altLang="zh-CN" sz="1600">
                          <a:solidFill>
                            <a:srgbClr val="0000FF"/>
                          </a:solidFill>
                          <a:latin typeface="微软雅黑" panose="020B0503020204020204" pitchFamily="34" charset="-122"/>
                          <a:ea typeface="微软雅黑" panose="020B0503020204020204" pitchFamily="34" charset="-122"/>
                        </a:rPr>
                        <a:t>T2</a:t>
                      </a:r>
                      <a:r>
                        <a:rPr lang="zh-CN" altLang="en-US" sz="1600">
                          <a:solidFill>
                            <a:srgbClr val="0000FF"/>
                          </a:solidFill>
                          <a:latin typeface="微软雅黑" panose="020B0503020204020204" pitchFamily="34" charset="-122"/>
                          <a:ea typeface="微软雅黑" panose="020B0503020204020204" pitchFamily="34" charset="-122"/>
                        </a:rPr>
                        <a:t>对其做了修改，当事务</a:t>
                      </a:r>
                      <a:r>
                        <a:rPr lang="en-US" altLang="zh-CN" sz="1600">
                          <a:solidFill>
                            <a:srgbClr val="0000FF"/>
                          </a:solidFill>
                          <a:latin typeface="微软雅黑" panose="020B0503020204020204" pitchFamily="34" charset="-122"/>
                          <a:ea typeface="微软雅黑" panose="020B0503020204020204" pitchFamily="34" charset="-122"/>
                        </a:rPr>
                        <a:t>T1</a:t>
                      </a:r>
                      <a:r>
                        <a:rPr lang="zh-CN" altLang="en-US" sz="1600">
                          <a:solidFill>
                            <a:srgbClr val="0000FF"/>
                          </a:solidFill>
                          <a:latin typeface="微软雅黑" panose="020B0503020204020204" pitchFamily="34" charset="-122"/>
                          <a:ea typeface="微软雅黑" panose="020B0503020204020204" pitchFamily="34" charset="-122"/>
                        </a:rPr>
                        <a:t>再次读该数据时，得到与前一次不同的值；</a:t>
                      </a:r>
                    </a:p>
                    <a:p>
                      <a:pPr marL="342900" indent="-342900">
                        <a:buFont typeface="Arial" panose="020B0604020202020204" pitchFamily="34" charset="0"/>
                        <a:buChar char="•"/>
                      </a:pPr>
                      <a:r>
                        <a:rPr lang="zh-CN" altLang="en-US" sz="1600">
                          <a:solidFill>
                            <a:srgbClr val="C00000"/>
                          </a:solidFill>
                          <a:latin typeface="微软雅黑" panose="020B0503020204020204" pitchFamily="34" charset="-122"/>
                          <a:ea typeface="微软雅黑" panose="020B0503020204020204" pitchFamily="34" charset="-122"/>
                        </a:rPr>
                        <a:t>事务</a:t>
                      </a:r>
                      <a:r>
                        <a:rPr lang="en-US" altLang="zh-CN" sz="1600">
                          <a:solidFill>
                            <a:srgbClr val="C00000"/>
                          </a:solidFill>
                          <a:latin typeface="微软雅黑" panose="020B0503020204020204" pitchFamily="34" charset="-122"/>
                          <a:ea typeface="微软雅黑" panose="020B0503020204020204" pitchFamily="34" charset="-122"/>
                        </a:rPr>
                        <a:t>T1</a:t>
                      </a:r>
                      <a:r>
                        <a:rPr lang="zh-CN" altLang="en-US" sz="1600">
                          <a:solidFill>
                            <a:srgbClr val="C00000"/>
                          </a:solidFill>
                          <a:latin typeface="微软雅黑" panose="020B0503020204020204" pitchFamily="34" charset="-122"/>
                          <a:ea typeface="微软雅黑" panose="020B0503020204020204" pitchFamily="34" charset="-122"/>
                        </a:rPr>
                        <a:t>按一定条件从数据库中读取了某些数据记录后，事务</a:t>
                      </a:r>
                      <a:r>
                        <a:rPr lang="en-US" altLang="zh-CN" sz="1600">
                          <a:solidFill>
                            <a:srgbClr val="C00000"/>
                          </a:solidFill>
                          <a:latin typeface="微软雅黑" panose="020B0503020204020204" pitchFamily="34" charset="-122"/>
                          <a:ea typeface="微软雅黑" panose="020B0503020204020204" pitchFamily="34" charset="-122"/>
                        </a:rPr>
                        <a:t>T2</a:t>
                      </a:r>
                      <a:r>
                        <a:rPr lang="zh-CN" altLang="en-US" sz="1600">
                          <a:solidFill>
                            <a:srgbClr val="C00000"/>
                          </a:solidFill>
                          <a:latin typeface="微软雅黑" panose="020B0503020204020204" pitchFamily="34" charset="-122"/>
                          <a:ea typeface="微软雅黑" panose="020B0503020204020204" pitchFamily="34" charset="-122"/>
                        </a:rPr>
                        <a:t>删除了其中部分记录，当</a:t>
                      </a:r>
                      <a:r>
                        <a:rPr lang="en-US" altLang="zh-CN" sz="1600">
                          <a:solidFill>
                            <a:srgbClr val="C00000"/>
                          </a:solidFill>
                          <a:latin typeface="微软雅黑" panose="020B0503020204020204" pitchFamily="34" charset="-122"/>
                          <a:ea typeface="微软雅黑" panose="020B0503020204020204" pitchFamily="34" charset="-122"/>
                        </a:rPr>
                        <a:t>T1</a:t>
                      </a:r>
                      <a:r>
                        <a:rPr lang="zh-CN" altLang="en-US" sz="1600">
                          <a:solidFill>
                            <a:srgbClr val="C00000"/>
                          </a:solidFill>
                          <a:latin typeface="微软雅黑" panose="020B0503020204020204" pitchFamily="34" charset="-122"/>
                          <a:ea typeface="微软雅黑" panose="020B0503020204020204" pitchFamily="34" charset="-122"/>
                        </a:rPr>
                        <a:t>再次按相同条件读取数据时，发现某些记录神秘地消失了。 </a:t>
                      </a:r>
                    </a:p>
                    <a:p>
                      <a:pPr marL="342900" indent="-342900">
                        <a:buFont typeface="Arial" panose="020B0604020202020204" pitchFamily="34" charset="0"/>
                        <a:buChar char="•"/>
                      </a:pPr>
                      <a:r>
                        <a:rPr lang="zh-CN" altLang="en-US" sz="1600">
                          <a:solidFill>
                            <a:srgbClr val="0000FF"/>
                          </a:solidFill>
                          <a:latin typeface="微软雅黑" panose="020B0503020204020204" pitchFamily="34" charset="-122"/>
                          <a:ea typeface="微软雅黑" panose="020B0503020204020204" pitchFamily="34" charset="-122"/>
                        </a:rPr>
                        <a:t>事务</a:t>
                      </a:r>
                      <a:r>
                        <a:rPr lang="en-US" altLang="zh-CN" sz="1600">
                          <a:solidFill>
                            <a:srgbClr val="0000FF"/>
                          </a:solidFill>
                          <a:latin typeface="微软雅黑" panose="020B0503020204020204" pitchFamily="34" charset="-122"/>
                          <a:ea typeface="微软雅黑" panose="020B0503020204020204" pitchFamily="34" charset="-122"/>
                        </a:rPr>
                        <a:t>T1</a:t>
                      </a:r>
                      <a:r>
                        <a:rPr lang="zh-CN" altLang="en-US" sz="1600">
                          <a:solidFill>
                            <a:srgbClr val="0000FF"/>
                          </a:solidFill>
                          <a:latin typeface="微软雅黑" panose="020B0503020204020204" pitchFamily="34" charset="-122"/>
                          <a:ea typeface="微软雅黑" panose="020B0503020204020204" pitchFamily="34" charset="-122"/>
                        </a:rPr>
                        <a:t>按一定条件从数据库中读取某些数据记录后，事务</a:t>
                      </a:r>
                      <a:r>
                        <a:rPr lang="en-US" altLang="zh-CN" sz="1600">
                          <a:solidFill>
                            <a:srgbClr val="0000FF"/>
                          </a:solidFill>
                          <a:latin typeface="微软雅黑" panose="020B0503020204020204" pitchFamily="34" charset="-122"/>
                          <a:ea typeface="微软雅黑" panose="020B0503020204020204" pitchFamily="34" charset="-122"/>
                        </a:rPr>
                        <a:t>T2</a:t>
                      </a:r>
                      <a:r>
                        <a:rPr lang="zh-CN" altLang="en-US" sz="1600">
                          <a:solidFill>
                            <a:srgbClr val="0000FF"/>
                          </a:solidFill>
                          <a:latin typeface="微软雅黑" panose="020B0503020204020204" pitchFamily="34" charset="-122"/>
                          <a:ea typeface="微软雅黑" panose="020B0503020204020204" pitchFamily="34" charset="-122"/>
                        </a:rPr>
                        <a:t>插入了一些记录，当</a:t>
                      </a:r>
                      <a:r>
                        <a:rPr lang="en-US" altLang="zh-CN" sz="1600">
                          <a:solidFill>
                            <a:srgbClr val="0000FF"/>
                          </a:solidFill>
                          <a:latin typeface="微软雅黑" panose="020B0503020204020204" pitchFamily="34" charset="-122"/>
                          <a:ea typeface="微软雅黑" panose="020B0503020204020204" pitchFamily="34" charset="-122"/>
                        </a:rPr>
                        <a:t>T1</a:t>
                      </a:r>
                      <a:r>
                        <a:rPr lang="zh-CN" altLang="en-US" sz="1600">
                          <a:solidFill>
                            <a:srgbClr val="0000FF"/>
                          </a:solidFill>
                          <a:latin typeface="微软雅黑" panose="020B0503020204020204" pitchFamily="34" charset="-122"/>
                          <a:ea typeface="微软雅黑" panose="020B0503020204020204" pitchFamily="34" charset="-122"/>
                        </a:rPr>
                        <a:t>再次按相同条件读取数据时，发现多了一些记录。</a:t>
                      </a:r>
                    </a:p>
                    <a:p>
                      <a:pPr marL="342900" indent="-342900">
                        <a:buFont typeface="Arial" panose="020B0604020202020204" pitchFamily="34" charset="0"/>
                        <a:buChar char="•"/>
                      </a:pPr>
                      <a:r>
                        <a:rPr lang="zh-CN" altLang="en-US" sz="1600">
                          <a:solidFill>
                            <a:srgbClr val="FF0000"/>
                          </a:solidFill>
                          <a:latin typeface="微软雅黑" panose="020B0503020204020204" pitchFamily="34" charset="-122"/>
                          <a:ea typeface="微软雅黑" panose="020B0503020204020204" pitchFamily="34" charset="-122"/>
                        </a:rPr>
                        <a:t>后两种不可重复读有时也称为幻影现象</a:t>
                      </a:r>
                    </a:p>
                  </a:txBody>
                  <a:tcPr/>
                </a:tc>
                <a:tc>
                  <a:txBody>
                    <a:bodyPr/>
                    <a:lstStyle/>
                    <a:p>
                      <a:endParaRPr lang="zh-CN" altLang="en-US" sz="240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4104104398"/>
                  </a:ext>
                </a:extLst>
              </a:tr>
            </a:tbl>
          </a:graphicData>
        </a:graphic>
      </p:graphicFrame>
      <p:sp>
        <p:nvSpPr>
          <p:cNvPr id="4" name="灯片编号占位符 3">
            <a:extLst>
              <a:ext uri="{FF2B5EF4-FFF2-40B4-BE49-F238E27FC236}">
                <a16:creationId xmlns:a16="http://schemas.microsoft.com/office/drawing/2014/main" id="{44AC5F74-8D9C-46A1-B9D5-DE1E899DE7E0}"/>
              </a:ext>
            </a:extLst>
          </p:cNvPr>
          <p:cNvSpPr>
            <a:spLocks noGrp="1"/>
          </p:cNvSpPr>
          <p:nvPr>
            <p:ph type="sldNum" sz="quarter" idx="12"/>
          </p:nvPr>
        </p:nvSpPr>
        <p:spPr/>
        <p:txBody>
          <a:bodyPr/>
          <a:lstStyle/>
          <a:p>
            <a:fld id="{E63F6D5D-9733-4D44-9C56-AEFEDD5A4BA7}" type="slidenum">
              <a:rPr lang="en-US" smtClean="0"/>
              <a:pPr/>
              <a:t>9</a:t>
            </a:fld>
            <a:endParaRPr lang="en-US" dirty="0"/>
          </a:p>
        </p:txBody>
      </p:sp>
      <p:graphicFrame>
        <p:nvGraphicFramePr>
          <p:cNvPr id="6" name="Group 3">
            <a:extLst>
              <a:ext uri="{FF2B5EF4-FFF2-40B4-BE49-F238E27FC236}">
                <a16:creationId xmlns:a16="http://schemas.microsoft.com/office/drawing/2014/main" id="{6C8A1CE2-4911-4824-8DE1-1F7E13FE949B}"/>
              </a:ext>
            </a:extLst>
          </p:cNvPr>
          <p:cNvGraphicFramePr>
            <a:graphicFrameLocks/>
          </p:cNvGraphicFramePr>
          <p:nvPr>
            <p:extLst/>
          </p:nvPr>
        </p:nvGraphicFramePr>
        <p:xfrm>
          <a:off x="533400" y="3657600"/>
          <a:ext cx="2819400" cy="2398735"/>
        </p:xfrm>
        <a:graphic>
          <a:graphicData uri="http://schemas.openxmlformats.org/drawingml/2006/table">
            <a:tbl>
              <a:tblPr>
                <a:tableStyleId>{5940675A-B579-460E-94D1-54222C63F5DA}</a:tableStyleId>
              </a:tblPr>
              <a:tblGrid>
                <a:gridCol w="1353280">
                  <a:extLst>
                    <a:ext uri="{9D8B030D-6E8A-4147-A177-3AD203B41FA5}">
                      <a16:colId xmlns:a16="http://schemas.microsoft.com/office/drawing/2014/main" val="20000"/>
                    </a:ext>
                  </a:extLst>
                </a:gridCol>
                <a:gridCol w="1466120">
                  <a:extLst>
                    <a:ext uri="{9D8B030D-6E8A-4147-A177-3AD203B41FA5}">
                      <a16:colId xmlns:a16="http://schemas.microsoft.com/office/drawing/2014/main" val="20001"/>
                    </a:ext>
                  </a:extLst>
                </a:gridCol>
              </a:tblGrid>
              <a:tr h="365551">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600" b="1"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rPr>
                        <a:t>T</a:t>
                      </a:r>
                      <a:r>
                        <a:rPr kumimoji="0" lang="en-US" sz="1600" b="1" u="none" strike="noStrike" cap="none" normalizeH="0" baseline="-30000" dirty="0">
                          <a:ln>
                            <a:noFill/>
                          </a:ln>
                          <a:solidFill>
                            <a:srgbClr val="FF0000"/>
                          </a:solidFill>
                          <a:effectLst/>
                          <a:latin typeface="微软雅黑" panose="020B0503020204020204" pitchFamily="34" charset="-122"/>
                          <a:ea typeface="微软雅黑" panose="020B0503020204020204" pitchFamily="34" charset="-122"/>
                        </a:rPr>
                        <a:t>1</a:t>
                      </a:r>
                      <a:endParaRPr kumimoji="0" lang="en-US" sz="16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cs typeface="Times New Roman" pitchFamily="18" charset="0"/>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600" b="1"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rPr>
                        <a:t>T</a:t>
                      </a:r>
                      <a:r>
                        <a:rPr kumimoji="0" lang="en-US" sz="1600" b="1" u="none" strike="noStrike" cap="none" normalizeH="0" baseline="-30000" dirty="0">
                          <a:ln>
                            <a:noFill/>
                          </a:ln>
                          <a:solidFill>
                            <a:srgbClr val="FF0000"/>
                          </a:solidFill>
                          <a:effectLst/>
                          <a:latin typeface="微软雅黑" panose="020B0503020204020204" pitchFamily="34" charset="-122"/>
                          <a:ea typeface="微软雅黑" panose="020B0503020204020204" pitchFamily="34" charset="-122"/>
                        </a:rPr>
                        <a:t>2</a:t>
                      </a:r>
                      <a:endParaRPr kumimoji="0" lang="en-US" sz="16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cs typeface="Times New Roman" pitchFamily="18" charset="0"/>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38864">
                <a:tc>
                  <a:txBody>
                    <a:bodyPr/>
                    <a:lstStyle/>
                    <a:p>
                      <a:pPr marL="268288" marR="0" lvl="0" indent="-268288" algn="l" defTabSz="914400" rtl="0" eaLnBrk="1" fontAlgn="base" latinLnBrk="0" hangingPunct="1">
                        <a:lnSpc>
                          <a:spcPct val="100000"/>
                        </a:lnSpc>
                        <a:spcBef>
                          <a:spcPct val="0"/>
                        </a:spcBef>
                        <a:spcAft>
                          <a:spcPct val="0"/>
                        </a:spcAft>
                        <a:buClrTx/>
                        <a:buSzPct val="100000"/>
                        <a:buFont typeface="Arial" pitchFamily="34" charset="0"/>
                        <a:buNone/>
                        <a:tabLst/>
                        <a:defRPr/>
                      </a:pPr>
                      <a:r>
                        <a:rPr kumimoji="0" lang="en-US" altLang="zh-CN" sz="1600" u="none" strike="noStrike" cap="none" normalizeH="0" baseline="0">
                          <a:ln>
                            <a:noFill/>
                          </a:ln>
                          <a:solidFill>
                            <a:srgbClr val="0000CC"/>
                          </a:solidFill>
                          <a:effectLst/>
                          <a:latin typeface="微软雅黑" panose="020B0503020204020204" pitchFamily="34" charset="-122"/>
                          <a:ea typeface="微软雅黑" panose="020B0503020204020204" pitchFamily="34" charset="-122"/>
                        </a:rPr>
                        <a:t>① </a:t>
                      </a:r>
                      <a:r>
                        <a:rPr kumimoji="0" lang="en-US" sz="1600" u="none" strike="noStrike" cap="none" normalizeH="0" baseline="0" dirty="0">
                          <a:ln>
                            <a:noFill/>
                          </a:ln>
                          <a:solidFill>
                            <a:srgbClr val="0000CC"/>
                          </a:solidFill>
                          <a:effectLst/>
                          <a:latin typeface="微软雅黑" panose="020B0503020204020204" pitchFamily="34" charset="-122"/>
                          <a:ea typeface="微软雅黑" panose="020B0503020204020204" pitchFamily="34" charset="-122"/>
                        </a:rPr>
                        <a:t>R(A)=16</a:t>
                      </a:r>
                      <a:endParaRPr kumimoji="0" lang="en-US" sz="1600" b="1" i="0" u="none" strike="noStrike" cap="none" normalizeH="0" baseline="0" dirty="0">
                        <a:ln>
                          <a:noFill/>
                        </a:ln>
                        <a:solidFill>
                          <a:srgbClr val="0000CC"/>
                        </a:solidFill>
                        <a:effectLst/>
                        <a:latin typeface="微软雅黑" panose="020B0503020204020204" pitchFamily="34" charset="-122"/>
                        <a:ea typeface="微软雅黑" panose="020B0503020204020204" pitchFamily="34" charset="-122"/>
                        <a:cs typeface="Times New Roman" pitchFamily="18" charset="0"/>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600" b="1" i="0" u="none" strike="noStrike" cap="none" normalizeH="0" baseline="0">
                        <a:ln>
                          <a:noFill/>
                        </a:ln>
                        <a:solidFill>
                          <a:srgbClr val="0000CC"/>
                        </a:solidFill>
                        <a:effectLst/>
                        <a:latin typeface="微软雅黑" panose="020B0503020204020204" pitchFamily="34" charset="-122"/>
                        <a:ea typeface="微软雅黑" panose="020B0503020204020204" pitchFamily="34" charset="-122"/>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38864">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endParaRPr kumimoji="0" lang="en-US" sz="1600" b="1" i="0" u="none" strike="noStrike" cap="none" normalizeH="0" baseline="0" dirty="0">
                        <a:ln>
                          <a:noFill/>
                        </a:ln>
                        <a:solidFill>
                          <a:srgbClr val="0000CC"/>
                        </a:solidFill>
                        <a:effectLst/>
                        <a:latin typeface="微软雅黑" panose="020B0503020204020204" pitchFamily="34" charset="-122"/>
                        <a:ea typeface="微软雅黑" panose="020B0503020204020204" pitchFamily="34" charset="-122"/>
                        <a:cs typeface="Times New Roman" pitchFamily="18" charset="0"/>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defRPr/>
                      </a:pPr>
                      <a:r>
                        <a:rPr kumimoji="0" lang="en-US" altLang="zh-CN" sz="1600" u="none" strike="noStrike" cap="none" normalizeH="0" baseline="0">
                          <a:ln>
                            <a:noFill/>
                          </a:ln>
                          <a:solidFill>
                            <a:srgbClr val="0000CC"/>
                          </a:solidFill>
                          <a:effectLst/>
                          <a:latin typeface="微软雅黑" panose="020B0503020204020204" pitchFamily="34" charset="-122"/>
                          <a:ea typeface="微软雅黑" panose="020B0503020204020204" pitchFamily="34" charset="-122"/>
                        </a:rPr>
                        <a:t>② </a:t>
                      </a:r>
                      <a:r>
                        <a:rPr kumimoji="0" lang="en-US" sz="1600" u="none" strike="noStrike" cap="none" normalizeH="0" baseline="0" dirty="0">
                          <a:ln>
                            <a:noFill/>
                          </a:ln>
                          <a:solidFill>
                            <a:srgbClr val="0000CC"/>
                          </a:solidFill>
                          <a:effectLst/>
                          <a:latin typeface="微软雅黑" panose="020B0503020204020204" pitchFamily="34" charset="-122"/>
                          <a:ea typeface="微软雅黑" panose="020B0503020204020204" pitchFamily="34" charset="-122"/>
                        </a:rPr>
                        <a:t>R(A)=16</a:t>
                      </a:r>
                      <a:endParaRPr kumimoji="0" lang="en-US" sz="1600" b="1" i="0" u="none" strike="noStrike" cap="none" normalizeH="0" baseline="0" dirty="0">
                        <a:ln>
                          <a:noFill/>
                        </a:ln>
                        <a:solidFill>
                          <a:srgbClr val="0000CC"/>
                        </a:solidFill>
                        <a:effectLst/>
                        <a:latin typeface="微软雅黑" panose="020B0503020204020204" pitchFamily="34" charset="-122"/>
                        <a:ea typeface="微软雅黑" panose="020B0503020204020204" pitchFamily="34" charset="-122"/>
                        <a:cs typeface="Times New Roman" pitchFamily="18" charset="0"/>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677728">
                <a:tc>
                  <a:txBody>
                    <a:bodyPr/>
                    <a:lstStyle/>
                    <a:p>
                      <a:pPr marL="0" marR="0" lvl="0" indent="0" algn="l" defTabSz="914400" rtl="0" eaLnBrk="1" fontAlgn="base" latinLnBrk="0" hangingPunct="1">
                        <a:lnSpc>
                          <a:spcPct val="100000"/>
                        </a:lnSpc>
                        <a:spcBef>
                          <a:spcPct val="0"/>
                        </a:spcBef>
                        <a:spcAft>
                          <a:spcPct val="0"/>
                        </a:spcAft>
                        <a:buClrTx/>
                        <a:buSzPct val="100000"/>
                        <a:buFont typeface="Arial" pitchFamily="34" charset="0"/>
                        <a:buNone/>
                        <a:tabLst/>
                        <a:defRPr/>
                      </a:pPr>
                      <a:r>
                        <a:rPr kumimoji="0" lang="en-US" altLang="zh-CN" sz="1600" u="none" strike="noStrike" cap="none" normalizeH="0" baseline="0">
                          <a:ln>
                            <a:noFill/>
                          </a:ln>
                          <a:solidFill>
                            <a:srgbClr val="0000CC"/>
                          </a:solidFill>
                          <a:effectLst/>
                          <a:latin typeface="微软雅黑" panose="020B0503020204020204" pitchFamily="34" charset="-122"/>
                          <a:ea typeface="微软雅黑" panose="020B0503020204020204" pitchFamily="34" charset="-122"/>
                        </a:rPr>
                        <a:t>③ </a:t>
                      </a:r>
                      <a:r>
                        <a:rPr kumimoji="0" lang="en-US" sz="1600" u="none" strike="noStrike" cap="none" normalizeH="0" baseline="0">
                          <a:ln>
                            <a:noFill/>
                          </a:ln>
                          <a:solidFill>
                            <a:srgbClr val="0000CC"/>
                          </a:solidFill>
                          <a:effectLst/>
                          <a:latin typeface="微软雅黑" panose="020B0503020204020204" pitchFamily="34" charset="-122"/>
                          <a:ea typeface="微软雅黑" panose="020B0503020204020204" pitchFamily="34" charset="-122"/>
                        </a:rPr>
                        <a:t>A←A-1</a:t>
                      </a:r>
                      <a:endParaRPr kumimoji="0" lang="en-US" sz="1600" b="1" i="0" u="none" strike="noStrike" cap="none" normalizeH="0" baseline="0" dirty="0">
                        <a:ln>
                          <a:noFill/>
                        </a:ln>
                        <a:solidFill>
                          <a:srgbClr val="0000CC"/>
                        </a:solidFill>
                        <a:effectLst/>
                        <a:latin typeface="微软雅黑" panose="020B0503020204020204" pitchFamily="34" charset="-122"/>
                        <a:ea typeface="微软雅黑" panose="020B0503020204020204" pitchFamily="34" charset="-122"/>
                        <a:cs typeface="Times New Roman" pitchFamily="18" charset="0"/>
                      </a:endParaRPr>
                    </a:p>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600" u="none" strike="noStrike" cap="none" normalizeH="0" baseline="0">
                          <a:ln>
                            <a:noFill/>
                          </a:ln>
                          <a:solidFill>
                            <a:srgbClr val="0000CC"/>
                          </a:solidFill>
                          <a:effectLst/>
                          <a:latin typeface="微软雅黑" panose="020B0503020204020204" pitchFamily="34" charset="-122"/>
                          <a:ea typeface="微软雅黑" panose="020B0503020204020204" pitchFamily="34" charset="-122"/>
                        </a:rPr>
                        <a:t>    W</a:t>
                      </a:r>
                      <a:r>
                        <a:rPr kumimoji="0" lang="en-US" sz="1600" u="none" strike="noStrike" cap="none" normalizeH="0" baseline="0" dirty="0">
                          <a:ln>
                            <a:noFill/>
                          </a:ln>
                          <a:solidFill>
                            <a:srgbClr val="0000CC"/>
                          </a:solidFill>
                          <a:effectLst/>
                          <a:latin typeface="微软雅黑" panose="020B0503020204020204" pitchFamily="34" charset="-122"/>
                          <a:ea typeface="微软雅黑" panose="020B0503020204020204" pitchFamily="34" charset="-122"/>
                        </a:rPr>
                        <a:t>(A)=15</a:t>
                      </a:r>
                      <a:endParaRPr kumimoji="0" lang="en-US" sz="1600" b="1" i="0" u="none" strike="noStrike" cap="none" normalizeH="0" baseline="0" dirty="0">
                        <a:ln>
                          <a:noFill/>
                        </a:ln>
                        <a:solidFill>
                          <a:srgbClr val="0000CC"/>
                        </a:solidFill>
                        <a:effectLst/>
                        <a:latin typeface="微软雅黑" panose="020B0503020204020204" pitchFamily="34" charset="-122"/>
                        <a:ea typeface="微软雅黑" panose="020B0503020204020204" pitchFamily="34" charset="-122"/>
                        <a:cs typeface="Times New Roman" pitchFamily="18" charset="0"/>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600" b="1" i="0" u="none" strike="noStrike" cap="none" normalizeH="0" baseline="0" dirty="0">
                        <a:ln>
                          <a:noFill/>
                        </a:ln>
                        <a:solidFill>
                          <a:srgbClr val="0000CC"/>
                        </a:solidFill>
                        <a:effectLst/>
                        <a:latin typeface="微软雅黑" panose="020B0503020204020204" pitchFamily="34" charset="-122"/>
                        <a:ea typeface="微软雅黑" panose="020B0503020204020204" pitchFamily="34" charset="-122"/>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677728">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endParaRPr kumimoji="0" lang="en-US" sz="1600" b="1" i="0" u="none" strike="noStrike" cap="none" normalizeH="0" baseline="0" dirty="0">
                        <a:ln>
                          <a:noFill/>
                        </a:ln>
                        <a:solidFill>
                          <a:srgbClr val="0000CC"/>
                        </a:solidFill>
                        <a:effectLst/>
                        <a:latin typeface="微软雅黑" panose="020B0503020204020204" pitchFamily="34" charset="-122"/>
                        <a:ea typeface="微软雅黑" panose="020B0503020204020204" pitchFamily="34" charset="-122"/>
                        <a:cs typeface="Times New Roman" pitchFamily="18" charset="0"/>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defRPr/>
                      </a:pPr>
                      <a:r>
                        <a:rPr kumimoji="0" lang="en-US" altLang="zh-CN" sz="1600" u="none" strike="noStrike" cap="none" normalizeH="0" baseline="0">
                          <a:ln>
                            <a:noFill/>
                          </a:ln>
                          <a:solidFill>
                            <a:srgbClr val="0000CC"/>
                          </a:solidFill>
                          <a:effectLst/>
                          <a:latin typeface="微软雅黑" panose="020B0503020204020204" pitchFamily="34" charset="-122"/>
                          <a:ea typeface="微软雅黑" panose="020B0503020204020204" pitchFamily="34" charset="-122"/>
                        </a:rPr>
                        <a:t>④ </a:t>
                      </a:r>
                      <a:r>
                        <a:rPr kumimoji="0" lang="en-US" sz="1600" u="none" strike="noStrike" cap="none" normalizeH="0" baseline="0">
                          <a:ln>
                            <a:noFill/>
                          </a:ln>
                          <a:solidFill>
                            <a:srgbClr val="0000CC"/>
                          </a:solidFill>
                          <a:effectLst/>
                          <a:latin typeface="微软雅黑" panose="020B0503020204020204" pitchFamily="34" charset="-122"/>
                          <a:ea typeface="微软雅黑" panose="020B0503020204020204" pitchFamily="34" charset="-122"/>
                        </a:rPr>
                        <a:t> </a:t>
                      </a:r>
                      <a:r>
                        <a:rPr kumimoji="0" lang="en-US" sz="1600" u="none" strike="noStrike" cap="none" normalizeH="0" baseline="0" dirty="0">
                          <a:ln>
                            <a:noFill/>
                          </a:ln>
                          <a:solidFill>
                            <a:srgbClr val="0000CC"/>
                          </a:solidFill>
                          <a:effectLst/>
                          <a:latin typeface="微软雅黑" panose="020B0503020204020204" pitchFamily="34" charset="-122"/>
                          <a:ea typeface="微软雅黑" panose="020B0503020204020204" pitchFamily="34" charset="-122"/>
                        </a:rPr>
                        <a:t>A ← A-1</a:t>
                      </a:r>
                      <a:endParaRPr kumimoji="0" lang="en-US" sz="1600" b="1" i="0" u="none" strike="noStrike" cap="none" normalizeH="0" baseline="0" dirty="0">
                        <a:ln>
                          <a:noFill/>
                        </a:ln>
                        <a:solidFill>
                          <a:srgbClr val="0000CC"/>
                        </a:solidFill>
                        <a:effectLst/>
                        <a:latin typeface="微软雅黑" panose="020B0503020204020204" pitchFamily="34" charset="-122"/>
                        <a:ea typeface="微软雅黑" panose="020B0503020204020204" pitchFamily="34" charset="-122"/>
                        <a:cs typeface="Times New Roman" pitchFamily="18" charset="0"/>
                      </a:endParaRPr>
                    </a:p>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600" u="none" strike="noStrike" cap="none" normalizeH="0" baseline="0">
                          <a:ln>
                            <a:noFill/>
                          </a:ln>
                          <a:solidFill>
                            <a:srgbClr val="0000CC"/>
                          </a:solidFill>
                          <a:effectLst/>
                          <a:latin typeface="微软雅黑" panose="020B0503020204020204" pitchFamily="34" charset="-122"/>
                          <a:ea typeface="微软雅黑" panose="020B0503020204020204" pitchFamily="34" charset="-122"/>
                        </a:rPr>
                        <a:t>     </a:t>
                      </a:r>
                      <a:r>
                        <a:rPr kumimoji="0" lang="en-US" sz="1600" u="none" strike="noStrike" cap="none" normalizeH="0" baseline="0" dirty="0">
                          <a:ln>
                            <a:noFill/>
                          </a:ln>
                          <a:solidFill>
                            <a:srgbClr val="0000CC"/>
                          </a:solidFill>
                          <a:effectLst/>
                          <a:latin typeface="微软雅黑" panose="020B0503020204020204" pitchFamily="34" charset="-122"/>
                          <a:ea typeface="微软雅黑" panose="020B0503020204020204" pitchFamily="34" charset="-122"/>
                        </a:rPr>
                        <a:t>W(A)=15</a:t>
                      </a:r>
                      <a:endParaRPr kumimoji="0" lang="en-US" sz="1600" b="1" i="0" u="none" strike="noStrike" cap="none" normalizeH="0" baseline="0" dirty="0">
                        <a:ln>
                          <a:noFill/>
                        </a:ln>
                        <a:solidFill>
                          <a:srgbClr val="0000CC"/>
                        </a:solidFill>
                        <a:effectLst/>
                        <a:latin typeface="微软雅黑" panose="020B0503020204020204" pitchFamily="34" charset="-122"/>
                        <a:ea typeface="微软雅黑" panose="020B0503020204020204" pitchFamily="34" charset="-122"/>
                        <a:cs typeface="Times New Roman" pitchFamily="18" charset="0"/>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8"/>
                  </a:ext>
                </a:extLst>
              </a:tr>
            </a:tbl>
          </a:graphicData>
        </a:graphic>
      </p:graphicFrame>
      <p:sp>
        <p:nvSpPr>
          <p:cNvPr id="7" name="文本框 6">
            <a:extLst>
              <a:ext uri="{FF2B5EF4-FFF2-40B4-BE49-F238E27FC236}">
                <a16:creationId xmlns:a16="http://schemas.microsoft.com/office/drawing/2014/main" id="{C6540946-37A9-432C-A177-A187F06957F2}"/>
              </a:ext>
            </a:extLst>
          </p:cNvPr>
          <p:cNvSpPr txBox="1"/>
          <p:nvPr/>
        </p:nvSpPr>
        <p:spPr>
          <a:xfrm>
            <a:off x="1066800" y="6056335"/>
            <a:ext cx="1752600" cy="400110"/>
          </a:xfrm>
          <a:prstGeom prst="rect">
            <a:avLst/>
          </a:prstGeom>
          <a:noFill/>
        </p:spPr>
        <p:txBody>
          <a:bodyPr wrap="square" rtlCol="0">
            <a:spAutoFit/>
          </a:bodyPr>
          <a:lstStyle/>
          <a:p>
            <a:pPr algn="ctr"/>
            <a:r>
              <a:rPr lang="zh-CN" altLang="en-US" sz="2000" b="1">
                <a:solidFill>
                  <a:srgbClr val="FF0000"/>
                </a:solidFill>
                <a:latin typeface="微软雅黑" panose="020B0503020204020204" pitchFamily="34" charset="-122"/>
                <a:ea typeface="微软雅黑" panose="020B0503020204020204" pitchFamily="34" charset="-122"/>
              </a:rPr>
              <a:t>示例</a:t>
            </a:r>
          </a:p>
        </p:txBody>
      </p:sp>
      <p:graphicFrame>
        <p:nvGraphicFramePr>
          <p:cNvPr id="8" name="Group 3">
            <a:extLst>
              <a:ext uri="{FF2B5EF4-FFF2-40B4-BE49-F238E27FC236}">
                <a16:creationId xmlns:a16="http://schemas.microsoft.com/office/drawing/2014/main" id="{B5E5903F-CF99-409D-B50E-318B4DD099EE}"/>
              </a:ext>
            </a:extLst>
          </p:cNvPr>
          <p:cNvGraphicFramePr>
            <a:graphicFrameLocks/>
          </p:cNvGraphicFramePr>
          <p:nvPr>
            <p:extLst/>
          </p:nvPr>
        </p:nvGraphicFramePr>
        <p:xfrm>
          <a:off x="8131969" y="3425687"/>
          <a:ext cx="3051312" cy="2846749"/>
        </p:xfrm>
        <a:graphic>
          <a:graphicData uri="http://schemas.openxmlformats.org/drawingml/2006/table">
            <a:tbl>
              <a:tblPr/>
              <a:tblGrid>
                <a:gridCol w="1603512">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tblGrid>
              <a:tr h="427377">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600" b="1" i="0" u="none" strike="noStrike" cap="none" normalizeH="0" baseline="0" dirty="0">
                          <a:ln>
                            <a:noFill/>
                          </a:ln>
                          <a:solidFill>
                            <a:srgbClr val="0000FF"/>
                          </a:solidFill>
                          <a:effectLst/>
                          <a:latin typeface="微软雅黑" panose="020B0503020204020204" pitchFamily="34" charset="-122"/>
                          <a:ea typeface="微软雅黑" panose="020B0503020204020204" pitchFamily="34" charset="-122"/>
                          <a:cs typeface="Times New Roman" pitchFamily="18" charset="0"/>
                        </a:rPr>
                        <a:t>T</a:t>
                      </a:r>
                      <a:r>
                        <a:rPr kumimoji="0" lang="en-US" sz="1600" b="1" i="0" u="none" strike="noStrike" cap="none" normalizeH="0" baseline="-30000" dirty="0">
                          <a:ln>
                            <a:noFill/>
                          </a:ln>
                          <a:solidFill>
                            <a:srgbClr val="0000FF"/>
                          </a:solidFill>
                          <a:effectLst/>
                          <a:latin typeface="微软雅黑" panose="020B0503020204020204" pitchFamily="34" charset="-122"/>
                          <a:ea typeface="微软雅黑" panose="020B0503020204020204" pitchFamily="34" charset="-122"/>
                          <a:cs typeface="Times New Roman" pitchFamily="18" charset="0"/>
                        </a:rPr>
                        <a:t>1</a:t>
                      </a:r>
                      <a:endParaRPr kumimoji="0" lang="en-US" sz="1600" b="1" i="0" u="none" strike="noStrike" cap="none" normalizeH="0" baseline="0" dirty="0">
                        <a:ln>
                          <a:noFill/>
                        </a:ln>
                        <a:solidFill>
                          <a:srgbClr val="0000FF"/>
                        </a:solidFill>
                        <a:effectLst/>
                        <a:latin typeface="微软雅黑" panose="020B0503020204020204" pitchFamily="34" charset="-122"/>
                        <a:ea typeface="微软雅黑" panose="020B0503020204020204" pitchFamily="34" charset="-122"/>
                        <a:cs typeface="Times New Roman" pitchFamily="18" charset="0"/>
                      </a:endParaRPr>
                    </a:p>
                  </a:txBody>
                  <a:tcPr marT="45723" marB="45723" horzOverflow="overflow">
                    <a:lnL>
                      <a:noFill/>
                    </a:lnL>
                    <a:lnR w="1270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600" b="1" i="0" u="none" strike="noStrike" cap="none" normalizeH="0" baseline="0" dirty="0">
                          <a:ln>
                            <a:noFill/>
                          </a:ln>
                          <a:solidFill>
                            <a:srgbClr val="0000FF"/>
                          </a:solidFill>
                          <a:effectLst/>
                          <a:latin typeface="微软雅黑" panose="020B0503020204020204" pitchFamily="34" charset="-122"/>
                          <a:ea typeface="微软雅黑" panose="020B0503020204020204" pitchFamily="34" charset="-122"/>
                          <a:cs typeface="Times New Roman" pitchFamily="18" charset="0"/>
                        </a:rPr>
                        <a:t>T</a:t>
                      </a:r>
                      <a:r>
                        <a:rPr kumimoji="0" lang="en-US" sz="1600" b="1" i="0" u="none" strike="noStrike" cap="none" normalizeH="0" baseline="-30000" dirty="0">
                          <a:ln>
                            <a:noFill/>
                          </a:ln>
                          <a:solidFill>
                            <a:srgbClr val="0000FF"/>
                          </a:solidFill>
                          <a:effectLst/>
                          <a:latin typeface="微软雅黑" panose="020B0503020204020204" pitchFamily="34" charset="-122"/>
                          <a:ea typeface="微软雅黑" panose="020B0503020204020204" pitchFamily="34" charset="-122"/>
                          <a:cs typeface="Times New Roman" pitchFamily="18" charset="0"/>
                        </a:rPr>
                        <a:t>2</a:t>
                      </a:r>
                      <a:endParaRPr kumimoji="0" lang="en-US" sz="1600" b="1" i="0" u="none" strike="noStrike" cap="none" normalizeH="0" baseline="0" dirty="0">
                        <a:ln>
                          <a:noFill/>
                        </a:ln>
                        <a:solidFill>
                          <a:srgbClr val="0000FF"/>
                        </a:solidFill>
                        <a:effectLst/>
                        <a:latin typeface="微软雅黑" panose="020B0503020204020204" pitchFamily="34" charset="-122"/>
                        <a:ea typeface="微软雅黑" panose="020B0503020204020204" pitchFamily="34" charset="-122"/>
                        <a:cs typeface="Times New Roman"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396134">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600" b="1" i="0" u="none" strike="noStrike" cap="none" normalizeH="0" baseline="0">
                          <a:ln>
                            <a:noFill/>
                          </a:ln>
                          <a:solidFill>
                            <a:srgbClr val="0000FF"/>
                          </a:solidFill>
                          <a:effectLst/>
                          <a:latin typeface="微软雅黑" panose="020B0503020204020204" pitchFamily="34" charset="-122"/>
                          <a:ea typeface="微软雅黑" panose="020B0503020204020204" pitchFamily="34" charset="-122"/>
                          <a:cs typeface="Times New Roman" pitchFamily="18" charset="0"/>
                        </a:rPr>
                        <a:t>①  </a:t>
                      </a:r>
                      <a:r>
                        <a:rPr kumimoji="0" lang="en-US" sz="1600" b="1" i="0" u="none" strike="noStrike" cap="none" normalizeH="0" baseline="0" dirty="0">
                          <a:ln>
                            <a:noFill/>
                          </a:ln>
                          <a:solidFill>
                            <a:srgbClr val="0000FF"/>
                          </a:solidFill>
                          <a:effectLst/>
                          <a:latin typeface="微软雅黑" panose="020B0503020204020204" pitchFamily="34" charset="-122"/>
                          <a:ea typeface="微软雅黑" panose="020B0503020204020204" pitchFamily="34" charset="-122"/>
                          <a:cs typeface="Times New Roman" pitchFamily="18" charset="0"/>
                        </a:rPr>
                        <a:t>R(C)=100</a:t>
                      </a: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600" b="1" i="0" u="none" strike="noStrike" cap="none" normalizeH="0" baseline="0">
                        <a:ln>
                          <a:noFill/>
                        </a:ln>
                        <a:solidFill>
                          <a:srgbClr val="0000FF"/>
                        </a:solidFill>
                        <a:effectLst/>
                        <a:latin typeface="微软雅黑" panose="020B0503020204020204" pitchFamily="34" charset="-122"/>
                        <a:ea typeface="微软雅黑" panose="020B0503020204020204" pitchFamily="34" charset="-122"/>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396134">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600" b="1" i="0" u="none" strike="noStrike" cap="none" normalizeH="0" baseline="0">
                          <a:ln>
                            <a:noFill/>
                          </a:ln>
                          <a:solidFill>
                            <a:srgbClr val="0000FF"/>
                          </a:solidFill>
                          <a:effectLst/>
                          <a:latin typeface="微软雅黑" panose="020B0503020204020204" pitchFamily="34" charset="-122"/>
                          <a:ea typeface="微软雅黑" panose="020B0503020204020204" pitchFamily="34" charset="-122"/>
                          <a:cs typeface="Times New Roman" pitchFamily="18" charset="0"/>
                        </a:rPr>
                        <a:t>     </a:t>
                      </a:r>
                      <a:r>
                        <a:rPr kumimoji="0" lang="en-US" sz="1600" b="1" i="0" u="none" strike="noStrike" cap="none" normalizeH="0" baseline="0" dirty="0">
                          <a:ln>
                            <a:noFill/>
                          </a:ln>
                          <a:solidFill>
                            <a:srgbClr val="0000FF"/>
                          </a:solidFill>
                          <a:effectLst/>
                          <a:latin typeface="微软雅黑" panose="020B0503020204020204" pitchFamily="34" charset="-122"/>
                          <a:ea typeface="微软雅黑" panose="020B0503020204020204" pitchFamily="34" charset="-122"/>
                          <a:cs typeface="Times New Roman" pitchFamily="18" charset="0"/>
                        </a:rPr>
                        <a:t>C←C</a:t>
                      </a:r>
                      <a:r>
                        <a:rPr kumimoji="0" lang="en-US" sz="1600" b="1" i="0" u="none" strike="noStrike" cap="none" normalizeH="0" baseline="0">
                          <a:ln>
                            <a:noFill/>
                          </a:ln>
                          <a:solidFill>
                            <a:srgbClr val="0000FF"/>
                          </a:solidFill>
                          <a:effectLst/>
                          <a:latin typeface="微软雅黑" panose="020B0503020204020204" pitchFamily="34" charset="-122"/>
                          <a:ea typeface="微软雅黑" panose="020B0503020204020204" pitchFamily="34" charset="-122"/>
                          <a:cs typeface="Times New Roman" pitchFamily="18" charset="0"/>
                        </a:rPr>
                        <a:t>*2</a:t>
                      </a:r>
                      <a:endParaRPr kumimoji="0" lang="en-US" sz="1600" b="1" i="0" u="none" strike="noStrike" cap="none" normalizeH="0" baseline="0" dirty="0">
                        <a:ln>
                          <a:noFill/>
                        </a:ln>
                        <a:solidFill>
                          <a:srgbClr val="0000FF"/>
                        </a:solidFill>
                        <a:effectLst/>
                        <a:latin typeface="微软雅黑" panose="020B0503020204020204" pitchFamily="34" charset="-122"/>
                        <a:ea typeface="微软雅黑" panose="020B0503020204020204" pitchFamily="34" charset="-122"/>
                        <a:cs typeface="Times New Roman" pitchFamily="18" charset="0"/>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600" b="1" i="0" u="none" strike="noStrike" cap="none" normalizeH="0" baseline="0">
                        <a:ln>
                          <a:noFill/>
                        </a:ln>
                        <a:solidFill>
                          <a:srgbClr val="0000FF"/>
                        </a:solidFill>
                        <a:effectLst/>
                        <a:latin typeface="微软雅黑" panose="020B0503020204020204" pitchFamily="34" charset="-122"/>
                        <a:ea typeface="微软雅黑" panose="020B0503020204020204" pitchFamily="34" charset="-122"/>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2"/>
                  </a:ext>
                </a:extLst>
              </a:tr>
              <a:tr h="396134">
                <a:tc>
                  <a:txBody>
                    <a:bodyPr/>
                    <a:lstStyle/>
                    <a:p>
                      <a:pPr marL="266700" marR="0" lvl="0" indent="-2667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600" b="1" i="0" u="none" strike="noStrike" cap="none" normalizeH="0" baseline="0">
                          <a:ln>
                            <a:noFill/>
                          </a:ln>
                          <a:solidFill>
                            <a:srgbClr val="0000FF"/>
                          </a:solidFill>
                          <a:effectLst/>
                          <a:latin typeface="微软雅黑" panose="020B0503020204020204" pitchFamily="34" charset="-122"/>
                          <a:ea typeface="微软雅黑" panose="020B0503020204020204" pitchFamily="34" charset="-122"/>
                          <a:cs typeface="Times New Roman" pitchFamily="18" charset="0"/>
                        </a:rPr>
                        <a:t>     W</a:t>
                      </a:r>
                      <a:r>
                        <a:rPr kumimoji="0" lang="en-US" sz="1600" b="1" i="0" u="none" strike="noStrike" cap="none" normalizeH="0" baseline="0" dirty="0">
                          <a:ln>
                            <a:noFill/>
                          </a:ln>
                          <a:solidFill>
                            <a:srgbClr val="0000FF"/>
                          </a:solidFill>
                          <a:effectLst/>
                          <a:latin typeface="微软雅黑" panose="020B0503020204020204" pitchFamily="34" charset="-122"/>
                          <a:ea typeface="微软雅黑" panose="020B0503020204020204" pitchFamily="34" charset="-122"/>
                          <a:cs typeface="Times New Roman" pitchFamily="18" charset="0"/>
                        </a:rPr>
                        <a:t>(C)=200</a:t>
                      </a: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600" b="1" i="0" u="none" strike="noStrike" cap="none" normalizeH="0" baseline="0">
                        <a:ln>
                          <a:noFill/>
                        </a:ln>
                        <a:solidFill>
                          <a:srgbClr val="0000FF"/>
                        </a:solidFill>
                        <a:effectLst/>
                        <a:latin typeface="微软雅黑" panose="020B0503020204020204" pitchFamily="34" charset="-122"/>
                        <a:ea typeface="微软雅黑" panose="020B0503020204020204" pitchFamily="34" charset="-122"/>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3"/>
                  </a:ext>
                </a:extLst>
              </a:tr>
              <a:tr h="396134">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endParaRPr kumimoji="0" lang="en-US" sz="1600" b="1" i="0" u="none" strike="noStrike" cap="none" normalizeH="0" baseline="0" dirty="0">
                        <a:ln>
                          <a:noFill/>
                        </a:ln>
                        <a:solidFill>
                          <a:srgbClr val="0000FF"/>
                        </a:solidFill>
                        <a:effectLst/>
                        <a:latin typeface="微软雅黑" panose="020B0503020204020204" pitchFamily="34" charset="-122"/>
                        <a:ea typeface="微软雅黑" panose="020B0503020204020204" pitchFamily="34" charset="-122"/>
                        <a:cs typeface="Times New Roman" pitchFamily="18" charset="0"/>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defRPr/>
                      </a:pPr>
                      <a:r>
                        <a:rPr kumimoji="0" lang="en-US" altLang="zh-CN" sz="1600" b="1" i="0" u="none" strike="noStrike" cap="none" normalizeH="0" baseline="0" dirty="0">
                          <a:ln>
                            <a:noFill/>
                          </a:ln>
                          <a:solidFill>
                            <a:srgbClr val="0000FF"/>
                          </a:solidFill>
                          <a:effectLst/>
                          <a:latin typeface="微软雅黑" panose="020B0503020204020204" pitchFamily="34" charset="-122"/>
                          <a:ea typeface="微软雅黑" panose="020B0503020204020204" pitchFamily="34" charset="-122"/>
                          <a:cs typeface="Times New Roman" pitchFamily="18" charset="0"/>
                        </a:rPr>
                        <a:t>② </a:t>
                      </a:r>
                      <a:r>
                        <a:rPr kumimoji="0" lang="en-US" sz="1600" b="1" i="0" u="none" strike="noStrike" cap="none" normalizeH="0" baseline="0" dirty="0">
                          <a:ln>
                            <a:noFill/>
                          </a:ln>
                          <a:solidFill>
                            <a:srgbClr val="0000FF"/>
                          </a:solidFill>
                          <a:effectLst/>
                          <a:latin typeface="微软雅黑" panose="020B0503020204020204" pitchFamily="34" charset="-122"/>
                          <a:ea typeface="微软雅黑" panose="020B0503020204020204" pitchFamily="34" charset="-122"/>
                          <a:cs typeface="Times New Roman" pitchFamily="18" charset="0"/>
                        </a:rPr>
                        <a:t>R(C)=200</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4"/>
                  </a:ext>
                </a:extLst>
              </a:tr>
              <a:tr h="834836">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600" b="1" i="0" u="none" strike="noStrike" cap="none" normalizeH="0" baseline="0" dirty="0">
                          <a:ln>
                            <a:noFill/>
                          </a:ln>
                          <a:solidFill>
                            <a:srgbClr val="0000FF"/>
                          </a:solidFill>
                          <a:effectLst/>
                          <a:latin typeface="微软雅黑" panose="020B0503020204020204" pitchFamily="34" charset="-122"/>
                          <a:ea typeface="微软雅黑" panose="020B0503020204020204" pitchFamily="34" charset="-122"/>
                          <a:cs typeface="Times New Roman" pitchFamily="18" charset="0"/>
                        </a:rPr>
                        <a:t>③  ROLLBACK</a:t>
                      </a:r>
                    </a:p>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600" b="1" i="0" u="none" strike="noStrike" cap="none" normalizeH="0" baseline="0" dirty="0">
                          <a:ln>
                            <a:noFill/>
                          </a:ln>
                          <a:solidFill>
                            <a:srgbClr val="0000FF"/>
                          </a:solidFill>
                          <a:effectLst/>
                          <a:latin typeface="微软雅黑" panose="020B0503020204020204" pitchFamily="34" charset="-122"/>
                          <a:ea typeface="微软雅黑" panose="020B0503020204020204" pitchFamily="34" charset="-122"/>
                          <a:cs typeface="Times New Roman" pitchFamily="18" charset="0"/>
                        </a:rPr>
                        <a:t>   C</a:t>
                      </a:r>
                      <a:r>
                        <a:rPr kumimoji="0" lang="zh-CN" altLang="en-US" sz="1600" b="1" i="0" u="none" strike="noStrike" cap="none" normalizeH="0" baseline="0" dirty="0">
                          <a:ln>
                            <a:noFill/>
                          </a:ln>
                          <a:solidFill>
                            <a:srgbClr val="0000FF"/>
                          </a:solidFill>
                          <a:effectLst/>
                          <a:latin typeface="微软雅黑" panose="020B0503020204020204" pitchFamily="34" charset="-122"/>
                          <a:ea typeface="微软雅黑" panose="020B0503020204020204" pitchFamily="34" charset="-122"/>
                          <a:cs typeface="Times New Roman" pitchFamily="18" charset="0"/>
                        </a:rPr>
                        <a:t>恢复为</a:t>
                      </a:r>
                      <a:r>
                        <a:rPr kumimoji="0" lang="en-US" sz="1600" b="1" i="0" u="none" strike="noStrike" cap="none" normalizeH="0" baseline="0" dirty="0">
                          <a:ln>
                            <a:noFill/>
                          </a:ln>
                          <a:solidFill>
                            <a:srgbClr val="0000FF"/>
                          </a:solidFill>
                          <a:effectLst/>
                          <a:latin typeface="微软雅黑" panose="020B0503020204020204" pitchFamily="34" charset="-122"/>
                          <a:ea typeface="微软雅黑" panose="020B0503020204020204" pitchFamily="34" charset="-122"/>
                          <a:cs typeface="Times New Roman" pitchFamily="18" charset="0"/>
                        </a:rPr>
                        <a:t>100</a:t>
                      </a: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600" b="1" i="0" u="none" strike="noStrike" cap="none" normalizeH="0" baseline="0" dirty="0">
                        <a:ln>
                          <a:noFill/>
                        </a:ln>
                        <a:solidFill>
                          <a:srgbClr val="0000FF"/>
                        </a:solidFill>
                        <a:effectLst/>
                        <a:latin typeface="微软雅黑" panose="020B0503020204020204" pitchFamily="34" charset="-122"/>
                        <a:ea typeface="微软雅黑" panose="020B0503020204020204" pitchFamily="34" charset="-122"/>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7"/>
                  </a:ext>
                </a:extLst>
              </a:tr>
            </a:tbl>
          </a:graphicData>
        </a:graphic>
      </p:graphicFrame>
      <p:sp>
        <p:nvSpPr>
          <p:cNvPr id="9" name="文本框 8">
            <a:extLst>
              <a:ext uri="{FF2B5EF4-FFF2-40B4-BE49-F238E27FC236}">
                <a16:creationId xmlns:a16="http://schemas.microsoft.com/office/drawing/2014/main" id="{A9CAC2C3-0669-4EED-8F8A-7A94F3F23FF1}"/>
              </a:ext>
            </a:extLst>
          </p:cNvPr>
          <p:cNvSpPr txBox="1"/>
          <p:nvPr/>
        </p:nvSpPr>
        <p:spPr>
          <a:xfrm>
            <a:off x="8880613" y="6260695"/>
            <a:ext cx="1752600" cy="400110"/>
          </a:xfrm>
          <a:prstGeom prst="rect">
            <a:avLst/>
          </a:prstGeom>
          <a:noFill/>
        </p:spPr>
        <p:txBody>
          <a:bodyPr wrap="square" rtlCol="0">
            <a:spAutoFit/>
          </a:bodyPr>
          <a:lstStyle/>
          <a:p>
            <a:pPr algn="ctr"/>
            <a:r>
              <a:rPr lang="zh-CN" altLang="en-US" sz="2000" b="1">
                <a:solidFill>
                  <a:srgbClr val="FF0000"/>
                </a:solidFill>
                <a:latin typeface="微软雅黑" panose="020B0503020204020204" pitchFamily="34" charset="-122"/>
                <a:ea typeface="微软雅黑" panose="020B0503020204020204" pitchFamily="34" charset="-122"/>
              </a:rPr>
              <a:t>示例</a:t>
            </a:r>
          </a:p>
        </p:txBody>
      </p:sp>
      <p:sp>
        <p:nvSpPr>
          <p:cNvPr id="10" name="标题 1">
            <a:extLst>
              <a:ext uri="{FF2B5EF4-FFF2-40B4-BE49-F238E27FC236}">
                <a16:creationId xmlns:a16="http://schemas.microsoft.com/office/drawing/2014/main" id="{F86DECE8-B4C7-45E1-8977-28DD5D1DFA4A}"/>
              </a:ext>
            </a:extLst>
          </p:cNvPr>
          <p:cNvSpPr>
            <a:spLocks noGrp="1"/>
          </p:cNvSpPr>
          <p:nvPr>
            <p:ph type="title"/>
          </p:nvPr>
        </p:nvSpPr>
        <p:spPr>
          <a:xfrm>
            <a:off x="1281113" y="238125"/>
            <a:ext cx="9553575" cy="512763"/>
          </a:xfrm>
        </p:spPr>
        <p:txBody>
          <a:bodyPr/>
          <a:lstStyle/>
          <a:p>
            <a:r>
              <a:rPr lang="zh-CN" altLang="en-US" dirty="0"/>
              <a:t>并发操作带来的数据不一致性</a:t>
            </a:r>
          </a:p>
        </p:txBody>
      </p:sp>
    </p:spTree>
    <p:extLst>
      <p:ext uri="{BB962C8B-B14F-4D97-AF65-F5344CB8AC3E}">
        <p14:creationId xmlns:p14="http://schemas.microsoft.com/office/powerpoint/2010/main" val="37059054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E23BE76-0784-46B7-9EEA-704E12313659}"/>
              </a:ext>
            </a:extLst>
          </p:cNvPr>
          <p:cNvSpPr>
            <a:spLocks noGrp="1"/>
          </p:cNvSpPr>
          <p:nvPr>
            <p:ph idx="1"/>
          </p:nvPr>
        </p:nvSpPr>
        <p:spPr/>
        <p:txBody>
          <a:bodyPr/>
          <a:lstStyle/>
          <a:p>
            <a:r>
              <a:rPr lang="zh-CN" altLang="en-US">
                <a:solidFill>
                  <a:srgbClr val="FF0000"/>
                </a:solidFill>
              </a:rPr>
              <a:t>不可重复读示例：</a:t>
            </a:r>
          </a:p>
        </p:txBody>
      </p:sp>
      <p:sp>
        <p:nvSpPr>
          <p:cNvPr id="4" name="灯片编号占位符 3">
            <a:extLst>
              <a:ext uri="{FF2B5EF4-FFF2-40B4-BE49-F238E27FC236}">
                <a16:creationId xmlns:a16="http://schemas.microsoft.com/office/drawing/2014/main" id="{731FC764-BFCA-4986-9151-47368F01DBFA}"/>
              </a:ext>
            </a:extLst>
          </p:cNvPr>
          <p:cNvSpPr>
            <a:spLocks noGrp="1"/>
          </p:cNvSpPr>
          <p:nvPr>
            <p:ph type="sldNum" sz="quarter" idx="12"/>
          </p:nvPr>
        </p:nvSpPr>
        <p:spPr/>
        <p:txBody>
          <a:bodyPr/>
          <a:lstStyle/>
          <a:p>
            <a:fld id="{E63F6D5D-9733-4D44-9C56-AEFEDD5A4BA7}" type="slidenum">
              <a:rPr lang="en-US" smtClean="0"/>
              <a:pPr/>
              <a:t>10</a:t>
            </a:fld>
            <a:endParaRPr lang="en-US" dirty="0"/>
          </a:p>
        </p:txBody>
      </p:sp>
      <p:graphicFrame>
        <p:nvGraphicFramePr>
          <p:cNvPr id="5" name="Group 4">
            <a:extLst>
              <a:ext uri="{FF2B5EF4-FFF2-40B4-BE49-F238E27FC236}">
                <a16:creationId xmlns:a16="http://schemas.microsoft.com/office/drawing/2014/main" id="{C0A1A4D8-AA1E-4E26-8BE2-E21296BFA136}"/>
              </a:ext>
            </a:extLst>
          </p:cNvPr>
          <p:cNvGraphicFramePr>
            <a:graphicFrameLocks/>
          </p:cNvGraphicFramePr>
          <p:nvPr>
            <p:extLst/>
          </p:nvPr>
        </p:nvGraphicFramePr>
        <p:xfrm>
          <a:off x="1828800" y="1828800"/>
          <a:ext cx="3886200" cy="4488507"/>
        </p:xfrm>
        <a:graphic>
          <a:graphicData uri="http://schemas.openxmlformats.org/drawingml/2006/table">
            <a:tbl>
              <a:tblPr/>
              <a:tblGrid>
                <a:gridCol w="1943878">
                  <a:extLst>
                    <a:ext uri="{9D8B030D-6E8A-4147-A177-3AD203B41FA5}">
                      <a16:colId xmlns:a16="http://schemas.microsoft.com/office/drawing/2014/main" val="20000"/>
                    </a:ext>
                  </a:extLst>
                </a:gridCol>
                <a:gridCol w="1942322">
                  <a:extLst>
                    <a:ext uri="{9D8B030D-6E8A-4147-A177-3AD203B41FA5}">
                      <a16:colId xmlns:a16="http://schemas.microsoft.com/office/drawing/2014/main" val="20001"/>
                    </a:ext>
                  </a:extLst>
                </a:gridCol>
              </a:tblGrid>
              <a:tr h="526027">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0" i="0" u="none" strike="noStrike" cap="none" normalizeH="0" baseline="0" dirty="0">
                          <a:ln>
                            <a:noFill/>
                          </a:ln>
                          <a:solidFill>
                            <a:srgbClr val="0000CC"/>
                          </a:solidFill>
                          <a:effectLst/>
                          <a:latin typeface="微软雅黑" panose="020B0503020204020204" pitchFamily="34" charset="-122"/>
                          <a:ea typeface="微软雅黑" panose="020B0503020204020204" pitchFamily="34" charset="-122"/>
                          <a:cs typeface="Times New Roman" pitchFamily="18" charset="0"/>
                        </a:rPr>
                        <a:t>T</a:t>
                      </a:r>
                      <a:r>
                        <a:rPr kumimoji="0" lang="en-US" sz="2000" b="0" i="0" u="none" strike="noStrike" cap="none" normalizeH="0" baseline="-30000" dirty="0">
                          <a:ln>
                            <a:noFill/>
                          </a:ln>
                          <a:solidFill>
                            <a:srgbClr val="0000CC"/>
                          </a:solidFill>
                          <a:effectLst/>
                          <a:latin typeface="微软雅黑" panose="020B0503020204020204" pitchFamily="34" charset="-122"/>
                          <a:ea typeface="微软雅黑" panose="020B0503020204020204" pitchFamily="34" charset="-122"/>
                          <a:cs typeface="Times New Roman" pitchFamily="18" charset="0"/>
                        </a:rPr>
                        <a:t>1</a:t>
                      </a:r>
                      <a:endParaRPr kumimoji="0" lang="en-US" sz="2000" b="0" i="0" u="none" strike="noStrike" cap="none" normalizeH="0" baseline="0" dirty="0">
                        <a:ln>
                          <a:noFill/>
                        </a:ln>
                        <a:solidFill>
                          <a:srgbClr val="0000CC"/>
                        </a:solidFill>
                        <a:effectLst/>
                        <a:latin typeface="微软雅黑" panose="020B0503020204020204" pitchFamily="34" charset="-122"/>
                        <a:ea typeface="微软雅黑" panose="020B0503020204020204" pitchFamily="34" charset="-122"/>
                        <a:cs typeface="Times New Roman" pitchFamily="18" charset="0"/>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0" i="0" u="none" strike="noStrike" cap="none" normalizeH="0" baseline="0" dirty="0">
                          <a:ln>
                            <a:noFill/>
                          </a:ln>
                          <a:solidFill>
                            <a:srgbClr val="0000CC"/>
                          </a:solidFill>
                          <a:effectLst/>
                          <a:latin typeface="微软雅黑" panose="020B0503020204020204" pitchFamily="34" charset="-122"/>
                          <a:ea typeface="微软雅黑" panose="020B0503020204020204" pitchFamily="34" charset="-122"/>
                          <a:cs typeface="Times New Roman" pitchFamily="18" charset="0"/>
                        </a:rPr>
                        <a:t>T</a:t>
                      </a:r>
                      <a:r>
                        <a:rPr kumimoji="0" lang="en-US" sz="2000" b="0" i="0" u="none" strike="noStrike" cap="none" normalizeH="0" baseline="-30000" dirty="0">
                          <a:ln>
                            <a:noFill/>
                          </a:ln>
                          <a:solidFill>
                            <a:srgbClr val="0000CC"/>
                          </a:solidFill>
                          <a:effectLst/>
                          <a:latin typeface="微软雅黑" panose="020B0503020204020204" pitchFamily="34" charset="-122"/>
                          <a:ea typeface="微软雅黑" panose="020B0503020204020204" pitchFamily="34" charset="-122"/>
                          <a:cs typeface="Times New Roman" pitchFamily="18" charset="0"/>
                        </a:rPr>
                        <a:t>2</a:t>
                      </a:r>
                      <a:endParaRPr kumimoji="0" lang="en-US" sz="2000" b="0" i="0" u="none" strike="noStrike" cap="none" normalizeH="0" baseline="0" dirty="0">
                        <a:ln>
                          <a:noFill/>
                        </a:ln>
                        <a:solidFill>
                          <a:srgbClr val="0000CC"/>
                        </a:solidFill>
                        <a:effectLst/>
                        <a:latin typeface="微软雅黑" panose="020B0503020204020204" pitchFamily="34" charset="-122"/>
                        <a:ea typeface="微软雅黑" panose="020B0503020204020204" pitchFamily="34" charset="-122"/>
                        <a:cs typeface="Times New Roman" pitchFamily="18" charset="0"/>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8223">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0" i="0" u="none" strike="noStrike" cap="none" normalizeH="0" baseline="0" dirty="0">
                          <a:ln>
                            <a:noFill/>
                          </a:ln>
                          <a:solidFill>
                            <a:srgbClr val="0000FF"/>
                          </a:solidFill>
                          <a:effectLst/>
                          <a:latin typeface="微软雅黑" panose="020B0503020204020204" pitchFamily="34" charset="-122"/>
                          <a:ea typeface="微软雅黑" panose="020B0503020204020204" pitchFamily="34" charset="-122"/>
                          <a:cs typeface="Times New Roman" pitchFamily="18" charset="0"/>
                        </a:rPr>
                        <a:t>① R(A)=50</a:t>
                      </a:r>
                    </a:p>
                  </a:txBody>
                  <a:tcPr marT="45724" marB="45724"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000" b="0" i="0" u="none" strike="noStrike" cap="none" normalizeH="0" baseline="0">
                        <a:ln>
                          <a:noFill/>
                        </a:ln>
                        <a:solidFill>
                          <a:srgbClr val="0000FF"/>
                        </a:solidFill>
                        <a:effectLst/>
                        <a:latin typeface="微软雅黑" panose="020B0503020204020204" pitchFamily="34" charset="-122"/>
                        <a:ea typeface="微软雅黑" panose="020B0503020204020204" pitchFamily="34" charset="-122"/>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223">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0" i="0" u="none" strike="noStrike" cap="none" normalizeH="0" baseline="0" dirty="0">
                          <a:ln>
                            <a:noFill/>
                          </a:ln>
                          <a:solidFill>
                            <a:srgbClr val="0000FF"/>
                          </a:solidFill>
                          <a:effectLst/>
                          <a:latin typeface="微软雅黑" panose="020B0503020204020204" pitchFamily="34" charset="-122"/>
                          <a:ea typeface="微软雅黑" panose="020B0503020204020204" pitchFamily="34" charset="-122"/>
                          <a:cs typeface="Times New Roman" pitchFamily="18" charset="0"/>
                        </a:rPr>
                        <a:t>     R(B)=100</a:t>
                      </a:r>
                    </a:p>
                  </a:txBody>
                  <a:tcPr marT="45724" marB="45724"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000" b="0" i="0" u="none" strike="noStrike" cap="none" normalizeH="0" baseline="0">
                        <a:ln>
                          <a:noFill/>
                        </a:ln>
                        <a:solidFill>
                          <a:srgbClr val="0000FF"/>
                        </a:solidFill>
                        <a:effectLst/>
                        <a:latin typeface="微软雅黑" panose="020B0503020204020204" pitchFamily="34" charset="-122"/>
                        <a:ea typeface="微软雅黑" panose="020B0503020204020204" pitchFamily="34" charset="-122"/>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8223">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0" i="0" u="none" strike="noStrike" cap="none" normalizeH="0" baseline="0" dirty="0">
                          <a:ln>
                            <a:noFill/>
                          </a:ln>
                          <a:solidFill>
                            <a:srgbClr val="0000FF"/>
                          </a:solidFill>
                          <a:effectLst/>
                          <a:latin typeface="微软雅黑" panose="020B0503020204020204" pitchFamily="34" charset="-122"/>
                          <a:ea typeface="微软雅黑" panose="020B0503020204020204" pitchFamily="34" charset="-122"/>
                          <a:cs typeface="Times New Roman" pitchFamily="18" charset="0"/>
                        </a:rPr>
                        <a:t>     </a:t>
                      </a:r>
                      <a:r>
                        <a:rPr kumimoji="0" lang="zh-CN" altLang="en-US" sz="2000" b="0" i="0" u="none" strike="noStrike" cap="none" normalizeH="0" baseline="0" dirty="0">
                          <a:ln>
                            <a:noFill/>
                          </a:ln>
                          <a:solidFill>
                            <a:srgbClr val="0000FF"/>
                          </a:solidFill>
                          <a:effectLst/>
                          <a:latin typeface="微软雅黑" panose="020B0503020204020204" pitchFamily="34" charset="-122"/>
                          <a:ea typeface="微软雅黑" panose="020B0503020204020204" pitchFamily="34" charset="-122"/>
                          <a:cs typeface="Times New Roman" pitchFamily="18" charset="0"/>
                        </a:rPr>
                        <a:t>求和</a:t>
                      </a:r>
                      <a:r>
                        <a:rPr kumimoji="0" lang="en-US" sz="2000" b="0" i="0" u="none" strike="noStrike" cap="none" normalizeH="0" baseline="0" dirty="0">
                          <a:ln>
                            <a:noFill/>
                          </a:ln>
                          <a:solidFill>
                            <a:srgbClr val="0000FF"/>
                          </a:solidFill>
                          <a:effectLst/>
                          <a:latin typeface="微软雅黑" panose="020B0503020204020204" pitchFamily="34" charset="-122"/>
                          <a:ea typeface="微软雅黑" panose="020B0503020204020204" pitchFamily="34" charset="-122"/>
                          <a:cs typeface="Times New Roman" pitchFamily="18" charset="0"/>
                        </a:rPr>
                        <a:t>=150</a:t>
                      </a:r>
                    </a:p>
                  </a:txBody>
                  <a:tcPr marT="45724" marB="45724"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000" b="0" i="0" u="none" strike="noStrike" cap="none" normalizeH="0" baseline="0" dirty="0">
                        <a:ln>
                          <a:noFill/>
                        </a:ln>
                        <a:solidFill>
                          <a:srgbClr val="0000FF"/>
                        </a:solidFill>
                        <a:effectLst/>
                        <a:latin typeface="微软雅黑" panose="020B0503020204020204" pitchFamily="34" charset="-122"/>
                        <a:ea typeface="微软雅黑" panose="020B0503020204020204" pitchFamily="34" charset="-122"/>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8223">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0" i="0" u="none" strike="noStrike" cap="none" normalizeH="0" baseline="0" dirty="0">
                          <a:ln>
                            <a:noFill/>
                          </a:ln>
                          <a:solidFill>
                            <a:srgbClr val="0000FF"/>
                          </a:solidFill>
                          <a:effectLst/>
                          <a:latin typeface="微软雅黑" panose="020B0503020204020204" pitchFamily="34" charset="-122"/>
                          <a:ea typeface="微软雅黑" panose="020B0503020204020204" pitchFamily="34" charset="-122"/>
                          <a:cs typeface="Times New Roman" pitchFamily="18" charset="0"/>
                        </a:rPr>
                        <a:t>②</a:t>
                      </a:r>
                    </a:p>
                  </a:txBody>
                  <a:tcPr marT="45724" marB="45724"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0" i="0" u="none" strike="noStrike" cap="none" normalizeH="0" baseline="0" dirty="0">
                          <a:ln>
                            <a:noFill/>
                          </a:ln>
                          <a:solidFill>
                            <a:srgbClr val="0000FF"/>
                          </a:solidFill>
                          <a:effectLst/>
                          <a:latin typeface="微软雅黑" panose="020B0503020204020204" pitchFamily="34" charset="-122"/>
                          <a:ea typeface="微软雅黑" panose="020B0503020204020204" pitchFamily="34" charset="-122"/>
                          <a:cs typeface="Times New Roman" pitchFamily="18" charset="0"/>
                        </a:rPr>
                        <a:t>R(B)=100</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8223">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000" b="0" i="0" u="none" strike="noStrike" cap="none" normalizeH="0" baseline="0" dirty="0">
                        <a:ln>
                          <a:noFill/>
                        </a:ln>
                        <a:solidFill>
                          <a:srgbClr val="0000FF"/>
                        </a:solidFill>
                        <a:effectLst/>
                        <a:latin typeface="微软雅黑" panose="020B0503020204020204" pitchFamily="34" charset="-122"/>
                        <a:ea typeface="微软雅黑" panose="020B0503020204020204" pitchFamily="34" charset="-122"/>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0" i="0" u="none" strike="noStrike" cap="none" normalizeH="0" baseline="0" dirty="0">
                          <a:ln>
                            <a:noFill/>
                          </a:ln>
                          <a:solidFill>
                            <a:srgbClr val="0000FF"/>
                          </a:solidFill>
                          <a:effectLst/>
                          <a:latin typeface="微软雅黑" panose="020B0503020204020204" pitchFamily="34" charset="-122"/>
                          <a:ea typeface="微软雅黑" panose="020B0503020204020204" pitchFamily="34" charset="-122"/>
                          <a:cs typeface="Times New Roman" pitchFamily="18" charset="0"/>
                        </a:rPr>
                        <a:t>B←B*2</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8223">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000" b="0" i="0" u="none" strike="noStrike" cap="none" normalizeH="0" baseline="0">
                        <a:ln>
                          <a:noFill/>
                        </a:ln>
                        <a:solidFill>
                          <a:srgbClr val="0000FF"/>
                        </a:solidFill>
                        <a:effectLst/>
                        <a:latin typeface="微软雅黑" panose="020B0503020204020204" pitchFamily="34" charset="-122"/>
                        <a:ea typeface="微软雅黑" panose="020B0503020204020204" pitchFamily="34" charset="-122"/>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altLang="zh-CN" sz="2000" b="0" i="0" u="none" strike="noStrike" cap="none" normalizeH="0" baseline="0" dirty="0">
                          <a:ln>
                            <a:noFill/>
                          </a:ln>
                          <a:solidFill>
                            <a:srgbClr val="0000FF"/>
                          </a:solidFill>
                          <a:effectLst/>
                          <a:latin typeface="微软雅黑" panose="020B0503020204020204" pitchFamily="34" charset="-122"/>
                          <a:ea typeface="微软雅黑" panose="020B0503020204020204" pitchFamily="34" charset="-122"/>
                          <a:cs typeface="Times New Roman" pitchFamily="18" charset="0"/>
                        </a:rPr>
                        <a:t>W</a:t>
                      </a:r>
                      <a:r>
                        <a:rPr kumimoji="0" lang="en-US" sz="2000" b="0" i="0" u="none" strike="noStrike" cap="none" normalizeH="0" baseline="0" dirty="0">
                          <a:ln>
                            <a:noFill/>
                          </a:ln>
                          <a:solidFill>
                            <a:srgbClr val="0000FF"/>
                          </a:solidFill>
                          <a:effectLst/>
                          <a:latin typeface="微软雅黑" panose="020B0503020204020204" pitchFamily="34" charset="-122"/>
                          <a:ea typeface="微软雅黑" panose="020B0503020204020204" pitchFamily="34" charset="-122"/>
                          <a:cs typeface="Times New Roman" pitchFamily="18" charset="0"/>
                        </a:rPr>
                        <a:t>(B)=200</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68223">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0" i="0" u="none" strike="noStrike" cap="none" normalizeH="0" baseline="0">
                          <a:ln>
                            <a:noFill/>
                          </a:ln>
                          <a:solidFill>
                            <a:srgbClr val="0000FF"/>
                          </a:solidFill>
                          <a:effectLst/>
                          <a:latin typeface="微软雅黑" panose="020B0503020204020204" pitchFamily="34" charset="-122"/>
                          <a:ea typeface="微软雅黑" panose="020B0503020204020204" pitchFamily="34" charset="-122"/>
                          <a:cs typeface="Times New Roman" pitchFamily="18" charset="0"/>
                        </a:rPr>
                        <a:t>③  R(A)=50</a:t>
                      </a:r>
                    </a:p>
                  </a:txBody>
                  <a:tcPr marT="45724" marB="45724"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000" b="0" i="0" u="none" strike="noStrike" cap="none" normalizeH="0" baseline="0" dirty="0">
                        <a:ln>
                          <a:noFill/>
                        </a:ln>
                        <a:solidFill>
                          <a:srgbClr val="0000FF"/>
                        </a:solidFill>
                        <a:effectLst/>
                        <a:latin typeface="微软雅黑" panose="020B0503020204020204" pitchFamily="34" charset="-122"/>
                        <a:ea typeface="微软雅黑" panose="020B0503020204020204" pitchFamily="34" charset="-122"/>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68223">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0" i="0" u="none" strike="noStrike" cap="none" normalizeH="0" baseline="0" dirty="0">
                          <a:ln>
                            <a:noFill/>
                          </a:ln>
                          <a:solidFill>
                            <a:srgbClr val="0000FF"/>
                          </a:solidFill>
                          <a:effectLst/>
                          <a:latin typeface="微软雅黑" panose="020B0503020204020204" pitchFamily="34" charset="-122"/>
                          <a:ea typeface="微软雅黑" panose="020B0503020204020204" pitchFamily="34" charset="-122"/>
                          <a:cs typeface="Times New Roman" pitchFamily="18" charset="0"/>
                        </a:rPr>
                        <a:t>      R(B)=200</a:t>
                      </a:r>
                    </a:p>
                  </a:txBody>
                  <a:tcPr marT="45724" marB="45724"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000" b="0" i="0" u="none" strike="noStrike" cap="none" normalizeH="0" baseline="0" dirty="0">
                        <a:ln>
                          <a:noFill/>
                        </a:ln>
                        <a:solidFill>
                          <a:srgbClr val="0000FF"/>
                        </a:solidFill>
                        <a:effectLst/>
                        <a:latin typeface="微软雅黑" panose="020B0503020204020204" pitchFamily="34" charset="-122"/>
                        <a:ea typeface="微软雅黑" panose="020B0503020204020204" pitchFamily="34" charset="-122"/>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68223">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0" i="0" u="none" strike="noStrike" cap="none" normalizeH="0" baseline="0" dirty="0">
                          <a:ln>
                            <a:noFill/>
                          </a:ln>
                          <a:solidFill>
                            <a:srgbClr val="0000FF"/>
                          </a:solidFill>
                          <a:effectLst/>
                          <a:latin typeface="微软雅黑" panose="020B0503020204020204" pitchFamily="34" charset="-122"/>
                          <a:ea typeface="微软雅黑" panose="020B0503020204020204" pitchFamily="34" charset="-122"/>
                          <a:cs typeface="Times New Roman" pitchFamily="18" charset="0"/>
                        </a:rPr>
                        <a:t>      </a:t>
                      </a:r>
                      <a:r>
                        <a:rPr kumimoji="0" lang="zh-CN" altLang="en-US" sz="2000" b="0" i="0" u="none" strike="noStrike" cap="none" normalizeH="0" baseline="0" dirty="0">
                          <a:ln>
                            <a:noFill/>
                          </a:ln>
                          <a:solidFill>
                            <a:srgbClr val="0000FF"/>
                          </a:solidFill>
                          <a:effectLst/>
                          <a:latin typeface="微软雅黑" panose="020B0503020204020204" pitchFamily="34" charset="-122"/>
                          <a:ea typeface="微软雅黑" panose="020B0503020204020204" pitchFamily="34" charset="-122"/>
                          <a:cs typeface="Times New Roman" pitchFamily="18" charset="0"/>
                        </a:rPr>
                        <a:t>求和</a:t>
                      </a:r>
                      <a:r>
                        <a:rPr kumimoji="0" lang="en-US" sz="2000" b="0" i="0" u="none" strike="noStrike" cap="none" normalizeH="0" baseline="0" dirty="0">
                          <a:ln>
                            <a:noFill/>
                          </a:ln>
                          <a:solidFill>
                            <a:srgbClr val="0000FF"/>
                          </a:solidFill>
                          <a:effectLst/>
                          <a:latin typeface="微软雅黑" panose="020B0503020204020204" pitchFamily="34" charset="-122"/>
                          <a:ea typeface="微软雅黑" panose="020B0503020204020204" pitchFamily="34" charset="-122"/>
                          <a:cs typeface="Times New Roman" pitchFamily="18" charset="0"/>
                        </a:rPr>
                        <a:t>=250</a:t>
                      </a:r>
                    </a:p>
                  </a:txBody>
                  <a:tcPr marT="45724" marB="45724"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000" b="0" i="0" u="none" strike="noStrike" cap="none" normalizeH="0" baseline="0" dirty="0">
                        <a:ln>
                          <a:noFill/>
                        </a:ln>
                        <a:solidFill>
                          <a:srgbClr val="0000FF"/>
                        </a:solidFill>
                        <a:effectLst/>
                        <a:latin typeface="微软雅黑" panose="020B0503020204020204" pitchFamily="34" charset="-122"/>
                        <a:ea typeface="微软雅黑" panose="020B0503020204020204" pitchFamily="34" charset="-122"/>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68223">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0" i="0" u="none" strike="noStrike" cap="none" normalizeH="0" baseline="0" dirty="0">
                          <a:ln>
                            <a:noFill/>
                          </a:ln>
                          <a:solidFill>
                            <a:srgbClr val="0000FF"/>
                          </a:solidFill>
                          <a:effectLst/>
                          <a:latin typeface="微软雅黑" panose="020B0503020204020204" pitchFamily="34" charset="-122"/>
                          <a:ea typeface="微软雅黑" panose="020B0503020204020204" pitchFamily="34" charset="-122"/>
                          <a:cs typeface="Times New Roman" pitchFamily="18" charset="0"/>
                        </a:rPr>
                        <a:t>      (</a:t>
                      </a:r>
                      <a:r>
                        <a:rPr kumimoji="0" lang="zh-CN" altLang="en-US" sz="2000" b="0" i="0" u="none" strike="noStrike" cap="none" normalizeH="0" baseline="0" dirty="0">
                          <a:ln>
                            <a:noFill/>
                          </a:ln>
                          <a:solidFill>
                            <a:srgbClr val="0000FF"/>
                          </a:solidFill>
                          <a:effectLst/>
                          <a:latin typeface="微软雅黑" panose="020B0503020204020204" pitchFamily="34" charset="-122"/>
                          <a:ea typeface="微软雅黑" panose="020B0503020204020204" pitchFamily="34" charset="-122"/>
                          <a:cs typeface="Times New Roman" pitchFamily="18" charset="0"/>
                        </a:rPr>
                        <a:t>验算不对</a:t>
                      </a:r>
                      <a:r>
                        <a:rPr kumimoji="0" lang="en-US" sz="2000" b="0" i="0" u="none" strike="noStrike" cap="none" normalizeH="0" baseline="0" dirty="0">
                          <a:ln>
                            <a:noFill/>
                          </a:ln>
                          <a:solidFill>
                            <a:srgbClr val="0000FF"/>
                          </a:solidFill>
                          <a:effectLst/>
                          <a:latin typeface="微软雅黑" panose="020B0503020204020204" pitchFamily="34" charset="-122"/>
                          <a:ea typeface="微软雅黑" panose="020B0503020204020204" pitchFamily="34" charset="-122"/>
                          <a:cs typeface="Times New Roman" pitchFamily="18" charset="0"/>
                        </a:rPr>
                        <a:t>)</a:t>
                      </a:r>
                    </a:p>
                  </a:txBody>
                  <a:tcPr marT="45724" marB="45724"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000" b="0" i="0" u="none" strike="noStrike" cap="none" normalizeH="0" baseline="0" dirty="0">
                        <a:ln>
                          <a:noFill/>
                        </a:ln>
                        <a:solidFill>
                          <a:srgbClr val="0000FF"/>
                        </a:solidFill>
                        <a:effectLst/>
                        <a:latin typeface="微软雅黑" panose="020B0503020204020204" pitchFamily="34" charset="-122"/>
                        <a:ea typeface="微软雅黑" panose="020B0503020204020204" pitchFamily="34" charset="-122"/>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6" name="Rectangle 3">
            <a:extLst>
              <a:ext uri="{FF2B5EF4-FFF2-40B4-BE49-F238E27FC236}">
                <a16:creationId xmlns:a16="http://schemas.microsoft.com/office/drawing/2014/main" id="{B21ADFC8-96B2-4AE5-9BB4-7AACC009E430}"/>
              </a:ext>
            </a:extLst>
          </p:cNvPr>
          <p:cNvSpPr txBox="1">
            <a:spLocks noChangeArrowheads="1"/>
          </p:cNvSpPr>
          <p:nvPr/>
        </p:nvSpPr>
        <p:spPr>
          <a:xfrm>
            <a:off x="5715000" y="2737994"/>
            <a:ext cx="4876800" cy="2667000"/>
          </a:xfrm>
          <a:prstGeom prst="rect">
            <a:avLst/>
          </a:prstGeom>
        </p:spPr>
        <p:txBody>
          <a:bodyPr vert="horz" lIns="91440" tIns="45720" rIns="91440" bIns="45720" rtlCol="0">
            <a:normAutofit/>
          </a:bodyPr>
          <a:lstStyle>
            <a:lvl1pPr marL="273050" indent="-273050" algn="l" defTabSz="914400" rtl="0" eaLnBrk="1" latinLnBrk="0" hangingPunct="1">
              <a:lnSpc>
                <a:spcPct val="150000"/>
              </a:lnSpc>
              <a:spcBef>
                <a:spcPct val="20000"/>
              </a:spcBef>
              <a:buClr>
                <a:srgbClr val="0000FF"/>
              </a:buClr>
              <a:buSzPct val="100000"/>
              <a:buFont typeface="Wingdings" pitchFamily="2" charset="2"/>
              <a:buChar char="v"/>
              <a:defRPr sz="2800" b="1" kern="1200" baseline="0">
                <a:solidFill>
                  <a:srgbClr val="0000FF"/>
                </a:solidFill>
                <a:latin typeface="Calibri" panose="020F0502020204030204" pitchFamily="34" charset="0"/>
                <a:ea typeface="+mn-ea"/>
                <a:cs typeface="+mn-cs"/>
              </a:defRPr>
            </a:lvl1pPr>
            <a:lvl2pPr marL="531813" indent="-258763" algn="l" defTabSz="914400" rtl="0" eaLnBrk="1" latinLnBrk="0" hangingPunct="1">
              <a:lnSpc>
                <a:spcPct val="150000"/>
              </a:lnSpc>
              <a:spcBef>
                <a:spcPct val="20000"/>
              </a:spcBef>
              <a:buClr>
                <a:srgbClr val="990099"/>
              </a:buClr>
              <a:buSzPct val="90000"/>
              <a:buFont typeface="Wingdings" pitchFamily="2" charset="2"/>
              <a:buChar char="n"/>
              <a:defRPr sz="2400" kern="1200" baseline="0">
                <a:solidFill>
                  <a:schemeClr val="tx1"/>
                </a:solidFill>
                <a:latin typeface="Calibri" panose="020F0502020204030204" pitchFamily="34" charset="0"/>
                <a:ea typeface="+mj-ea"/>
                <a:cs typeface="+mn-cs"/>
              </a:defRPr>
            </a:lvl2pPr>
            <a:lvl3pPr marL="804863" indent="-273050" algn="l" defTabSz="914400" rtl="0" eaLnBrk="1" latinLnBrk="0" hangingPunct="1">
              <a:lnSpc>
                <a:spcPct val="150000"/>
              </a:lnSpc>
              <a:spcBef>
                <a:spcPct val="20000"/>
              </a:spcBef>
              <a:buFont typeface="Times New Roman" pitchFamily="18" charset="0"/>
              <a:buChar char="─"/>
              <a:defRPr sz="2000" kern="1200" baseline="0">
                <a:solidFill>
                  <a:schemeClr val="tx1"/>
                </a:solidFill>
                <a:latin typeface="Calibri" panose="020F0502020204030204" pitchFamily="34" charset="0"/>
                <a:ea typeface="楷体_GB2312" pitchFamily="49" charset="-122"/>
                <a:cs typeface="+mn-cs"/>
              </a:defRPr>
            </a:lvl3pPr>
            <a:lvl4pPr marL="1600200" indent="-228600" algn="l" defTabSz="914400" rtl="0" eaLnBrk="1" latinLnBrk="0" hangingPunct="1">
              <a:spcBef>
                <a:spcPct val="20000"/>
              </a:spcBef>
              <a:buFont typeface="Wingdings" pitchFamily="2" charset="2"/>
              <a:buNone/>
              <a:defRPr sz="1800" kern="1200">
                <a:solidFill>
                  <a:schemeClr val="tx1"/>
                </a:solidFill>
                <a:latin typeface="楷体_GB2312" pitchFamily="49" charset="-122"/>
                <a:ea typeface="楷体_GB2312" pitchFamily="49" charset="-122"/>
                <a:cs typeface="+mn-cs"/>
              </a:defRPr>
            </a:lvl4pPr>
            <a:lvl5pPr marL="2057400" indent="-228600" algn="l" defTabSz="914400" rtl="0" eaLnBrk="1" latinLnBrk="0" hangingPunct="1">
              <a:spcBef>
                <a:spcPct val="20000"/>
              </a:spcBef>
              <a:buFont typeface="Arial" pitchFamily="34" charset="0"/>
              <a:buNone/>
              <a:defRPr sz="1600" kern="1200">
                <a:solidFill>
                  <a:schemeClr val="tx1"/>
                </a:solidFill>
                <a:latin typeface="楷体_GB2312" pitchFamily="49" charset="-122"/>
                <a:ea typeface="楷体_GB2312"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30000"/>
              </a:lnSpc>
              <a:buFont typeface="Arial" panose="020B0604020202020204" pitchFamily="34" charset="0"/>
              <a:buChar char="•"/>
            </a:pPr>
            <a:r>
              <a:rPr lang="en-US" altLang="zh-CN" sz="2400" b="0" dirty="0">
                <a:solidFill>
                  <a:srgbClr val="990033"/>
                </a:solidFill>
                <a:latin typeface="微软雅黑" panose="020B0503020204020204" pitchFamily="34" charset="-122"/>
                <a:ea typeface="微软雅黑" panose="020B0503020204020204" pitchFamily="34" charset="-122"/>
              </a:rPr>
              <a:t>T</a:t>
            </a:r>
            <a:r>
              <a:rPr lang="en-US" altLang="zh-CN" sz="2400" b="0" baseline="-25000" dirty="0">
                <a:solidFill>
                  <a:srgbClr val="990033"/>
                </a:solidFill>
                <a:latin typeface="微软雅黑" panose="020B0503020204020204" pitchFamily="34" charset="-122"/>
                <a:ea typeface="微软雅黑" panose="020B0503020204020204" pitchFamily="34" charset="-122"/>
              </a:rPr>
              <a:t>1</a:t>
            </a:r>
            <a:r>
              <a:rPr lang="zh-CN" altLang="en-US" sz="2400" b="0" dirty="0">
                <a:solidFill>
                  <a:srgbClr val="990033"/>
                </a:solidFill>
                <a:latin typeface="微软雅黑" panose="020B0503020204020204" pitchFamily="34" charset="-122"/>
                <a:ea typeface="微软雅黑" panose="020B0503020204020204" pitchFamily="34" charset="-122"/>
              </a:rPr>
              <a:t>读取</a:t>
            </a:r>
            <a:r>
              <a:rPr lang="en-US" altLang="zh-CN" sz="2400" b="0" dirty="0">
                <a:solidFill>
                  <a:srgbClr val="990033"/>
                </a:solidFill>
                <a:latin typeface="微软雅黑" panose="020B0503020204020204" pitchFamily="34" charset="-122"/>
                <a:ea typeface="微软雅黑" panose="020B0503020204020204" pitchFamily="34" charset="-122"/>
              </a:rPr>
              <a:t>B=100</a:t>
            </a:r>
            <a:r>
              <a:rPr lang="zh-CN" altLang="en-US" sz="2400" b="0" dirty="0">
                <a:solidFill>
                  <a:srgbClr val="990033"/>
                </a:solidFill>
                <a:latin typeface="微软雅黑" panose="020B0503020204020204" pitchFamily="34" charset="-122"/>
                <a:ea typeface="微软雅黑" panose="020B0503020204020204" pitchFamily="34" charset="-122"/>
              </a:rPr>
              <a:t>进行运算</a:t>
            </a:r>
          </a:p>
          <a:p>
            <a:pPr>
              <a:lnSpc>
                <a:spcPct val="130000"/>
              </a:lnSpc>
              <a:buFont typeface="Arial" panose="020B0604020202020204" pitchFamily="34" charset="0"/>
              <a:buChar char="•"/>
            </a:pPr>
            <a:r>
              <a:rPr lang="en-US" altLang="zh-CN" sz="2400" b="0" dirty="0">
                <a:solidFill>
                  <a:srgbClr val="990033"/>
                </a:solidFill>
                <a:latin typeface="微软雅黑" panose="020B0503020204020204" pitchFamily="34" charset="-122"/>
                <a:ea typeface="微软雅黑" panose="020B0503020204020204" pitchFamily="34" charset="-122"/>
              </a:rPr>
              <a:t>T</a:t>
            </a:r>
            <a:r>
              <a:rPr lang="en-US" altLang="zh-CN" sz="2400" b="0" baseline="-25000" dirty="0">
                <a:solidFill>
                  <a:srgbClr val="990033"/>
                </a:solidFill>
                <a:latin typeface="微软雅黑" panose="020B0503020204020204" pitchFamily="34" charset="-122"/>
                <a:ea typeface="微软雅黑" panose="020B0503020204020204" pitchFamily="34" charset="-122"/>
              </a:rPr>
              <a:t>2</a:t>
            </a:r>
            <a:r>
              <a:rPr lang="zh-CN" altLang="en-US" sz="2400" b="0" dirty="0">
                <a:solidFill>
                  <a:srgbClr val="990033"/>
                </a:solidFill>
                <a:latin typeface="微软雅黑" panose="020B0503020204020204" pitchFamily="34" charset="-122"/>
                <a:ea typeface="微软雅黑" panose="020B0503020204020204" pitchFamily="34" charset="-122"/>
              </a:rPr>
              <a:t>读取同一数据</a:t>
            </a:r>
            <a:r>
              <a:rPr lang="en-US" altLang="zh-CN" sz="2400" b="0" dirty="0">
                <a:solidFill>
                  <a:srgbClr val="990033"/>
                </a:solidFill>
                <a:latin typeface="微软雅黑" panose="020B0503020204020204" pitchFamily="34" charset="-122"/>
                <a:ea typeface="微软雅黑" panose="020B0503020204020204" pitchFamily="34" charset="-122"/>
              </a:rPr>
              <a:t>B</a:t>
            </a:r>
            <a:r>
              <a:rPr lang="zh-CN" altLang="en-US" sz="2400" b="0" dirty="0">
                <a:solidFill>
                  <a:srgbClr val="990033"/>
                </a:solidFill>
                <a:latin typeface="微软雅黑" panose="020B0503020204020204" pitchFamily="34" charset="-122"/>
                <a:ea typeface="微软雅黑" panose="020B0503020204020204" pitchFamily="34" charset="-122"/>
              </a:rPr>
              <a:t>，对其进行修改后将</a:t>
            </a:r>
            <a:r>
              <a:rPr lang="en-US" altLang="zh-CN" sz="2400" b="0" dirty="0">
                <a:solidFill>
                  <a:srgbClr val="990033"/>
                </a:solidFill>
                <a:latin typeface="微软雅黑" panose="020B0503020204020204" pitchFamily="34" charset="-122"/>
                <a:ea typeface="微软雅黑" panose="020B0503020204020204" pitchFamily="34" charset="-122"/>
              </a:rPr>
              <a:t>B=200</a:t>
            </a:r>
            <a:r>
              <a:rPr lang="zh-CN" altLang="en-US" sz="2400" b="0" dirty="0">
                <a:solidFill>
                  <a:srgbClr val="990033"/>
                </a:solidFill>
                <a:latin typeface="微软雅黑" panose="020B0503020204020204" pitchFamily="34" charset="-122"/>
                <a:ea typeface="微软雅黑" panose="020B0503020204020204" pitchFamily="34" charset="-122"/>
              </a:rPr>
              <a:t>写回数据库。</a:t>
            </a:r>
          </a:p>
          <a:p>
            <a:pPr>
              <a:lnSpc>
                <a:spcPct val="130000"/>
              </a:lnSpc>
              <a:buFont typeface="Arial" panose="020B0604020202020204" pitchFamily="34" charset="0"/>
              <a:buChar char="•"/>
            </a:pPr>
            <a:r>
              <a:rPr lang="en-US" altLang="zh-CN" sz="2400" b="0" dirty="0">
                <a:solidFill>
                  <a:srgbClr val="990033"/>
                </a:solidFill>
                <a:latin typeface="微软雅黑" panose="020B0503020204020204" pitchFamily="34" charset="-122"/>
                <a:ea typeface="微软雅黑" panose="020B0503020204020204" pitchFamily="34" charset="-122"/>
              </a:rPr>
              <a:t>T</a:t>
            </a:r>
            <a:r>
              <a:rPr lang="en-US" altLang="zh-CN" sz="2400" b="0" baseline="-25000" dirty="0">
                <a:solidFill>
                  <a:srgbClr val="990033"/>
                </a:solidFill>
                <a:latin typeface="微软雅黑" panose="020B0503020204020204" pitchFamily="34" charset="-122"/>
                <a:ea typeface="微软雅黑" panose="020B0503020204020204" pitchFamily="34" charset="-122"/>
              </a:rPr>
              <a:t>1</a:t>
            </a:r>
            <a:r>
              <a:rPr lang="zh-CN" altLang="en-US" sz="2400" b="0" dirty="0">
                <a:solidFill>
                  <a:srgbClr val="990033"/>
                </a:solidFill>
                <a:latin typeface="微软雅黑" panose="020B0503020204020204" pitchFamily="34" charset="-122"/>
                <a:ea typeface="微软雅黑" panose="020B0503020204020204" pitchFamily="34" charset="-122"/>
              </a:rPr>
              <a:t>为了对读取值校对重读</a:t>
            </a:r>
            <a:r>
              <a:rPr lang="en-US" altLang="zh-CN" sz="2400" b="0" dirty="0">
                <a:solidFill>
                  <a:srgbClr val="990033"/>
                </a:solidFill>
                <a:latin typeface="微软雅黑" panose="020B0503020204020204" pitchFamily="34" charset="-122"/>
                <a:ea typeface="微软雅黑" panose="020B0503020204020204" pitchFamily="34" charset="-122"/>
              </a:rPr>
              <a:t>B</a:t>
            </a:r>
            <a:r>
              <a:rPr lang="zh-CN" altLang="en-US" sz="2400" b="0" dirty="0">
                <a:solidFill>
                  <a:srgbClr val="990033"/>
                </a:solidFill>
                <a:latin typeface="微软雅黑" panose="020B0503020204020204" pitchFamily="34" charset="-122"/>
                <a:ea typeface="微软雅黑" panose="020B0503020204020204" pitchFamily="34" charset="-122"/>
              </a:rPr>
              <a:t>，</a:t>
            </a:r>
            <a:r>
              <a:rPr lang="en-US" altLang="zh-CN" sz="2400" b="0" dirty="0">
                <a:solidFill>
                  <a:srgbClr val="990033"/>
                </a:solidFill>
                <a:latin typeface="微软雅黑" panose="020B0503020204020204" pitchFamily="34" charset="-122"/>
                <a:ea typeface="微软雅黑" panose="020B0503020204020204" pitchFamily="34" charset="-122"/>
              </a:rPr>
              <a:t>B</a:t>
            </a:r>
            <a:r>
              <a:rPr lang="zh-CN" altLang="en-US" sz="2400" b="0" dirty="0">
                <a:solidFill>
                  <a:srgbClr val="990033"/>
                </a:solidFill>
                <a:latin typeface="微软雅黑" panose="020B0503020204020204" pitchFamily="34" charset="-122"/>
                <a:ea typeface="微软雅黑" panose="020B0503020204020204" pitchFamily="34" charset="-122"/>
              </a:rPr>
              <a:t>已为</a:t>
            </a:r>
            <a:r>
              <a:rPr lang="en-US" altLang="zh-CN" sz="2400" b="0" dirty="0">
                <a:solidFill>
                  <a:srgbClr val="990033"/>
                </a:solidFill>
                <a:latin typeface="微软雅黑" panose="020B0503020204020204" pitchFamily="34" charset="-122"/>
                <a:ea typeface="微软雅黑" panose="020B0503020204020204" pitchFamily="34" charset="-122"/>
              </a:rPr>
              <a:t>200</a:t>
            </a:r>
            <a:r>
              <a:rPr lang="zh-CN" altLang="en-US" sz="2400" b="0" dirty="0">
                <a:solidFill>
                  <a:srgbClr val="990033"/>
                </a:solidFill>
                <a:latin typeface="微软雅黑" panose="020B0503020204020204" pitchFamily="34" charset="-122"/>
                <a:ea typeface="微软雅黑" panose="020B0503020204020204" pitchFamily="34" charset="-122"/>
              </a:rPr>
              <a:t>，与第一次读取值不一致 </a:t>
            </a:r>
          </a:p>
        </p:txBody>
      </p:sp>
      <p:sp>
        <p:nvSpPr>
          <p:cNvPr id="7" name="标题 1">
            <a:extLst>
              <a:ext uri="{FF2B5EF4-FFF2-40B4-BE49-F238E27FC236}">
                <a16:creationId xmlns:a16="http://schemas.microsoft.com/office/drawing/2014/main" id="{148A5E43-EFE4-45B3-B9A6-C4051CEB3CC9}"/>
              </a:ext>
            </a:extLst>
          </p:cNvPr>
          <p:cNvSpPr>
            <a:spLocks noGrp="1"/>
          </p:cNvSpPr>
          <p:nvPr>
            <p:ph type="title"/>
          </p:nvPr>
        </p:nvSpPr>
        <p:spPr>
          <a:xfrm>
            <a:off x="1281113" y="238125"/>
            <a:ext cx="9553575" cy="512763"/>
          </a:xfrm>
        </p:spPr>
        <p:txBody>
          <a:bodyPr/>
          <a:lstStyle/>
          <a:p>
            <a:r>
              <a:rPr lang="zh-CN" altLang="en-US" dirty="0"/>
              <a:t>并发操作带来的数据不一致性</a:t>
            </a:r>
          </a:p>
        </p:txBody>
      </p:sp>
    </p:spTree>
    <p:extLst>
      <p:ext uri="{BB962C8B-B14F-4D97-AF65-F5344CB8AC3E}">
        <p14:creationId xmlns:p14="http://schemas.microsoft.com/office/powerpoint/2010/main" val="4665155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C00D1F-92C8-4269-8E65-C9677BE46475}"/>
              </a:ext>
            </a:extLst>
          </p:cNvPr>
          <p:cNvSpPr>
            <a:spLocks noGrp="1"/>
          </p:cNvSpPr>
          <p:nvPr>
            <p:ph type="title"/>
          </p:nvPr>
        </p:nvSpPr>
        <p:spPr/>
        <p:txBody>
          <a:bodyPr/>
          <a:lstStyle/>
          <a:p>
            <a:r>
              <a:rPr lang="zh-CN" altLang="en-US"/>
              <a:t>并发控制的主要技术</a:t>
            </a:r>
          </a:p>
        </p:txBody>
      </p:sp>
      <p:sp>
        <p:nvSpPr>
          <p:cNvPr id="3" name="内容占位符 2">
            <a:extLst>
              <a:ext uri="{FF2B5EF4-FFF2-40B4-BE49-F238E27FC236}">
                <a16:creationId xmlns:a16="http://schemas.microsoft.com/office/drawing/2014/main" id="{8117B516-8144-46AA-A807-B29D7B6C24C4}"/>
              </a:ext>
            </a:extLst>
          </p:cNvPr>
          <p:cNvSpPr>
            <a:spLocks noGrp="1"/>
          </p:cNvSpPr>
          <p:nvPr>
            <p:ph idx="1"/>
          </p:nvPr>
        </p:nvSpPr>
        <p:spPr/>
        <p:txBody>
          <a:bodyPr>
            <a:normAutofit lnSpcReduction="10000"/>
          </a:bodyPr>
          <a:lstStyle/>
          <a:p>
            <a:r>
              <a:rPr lang="zh-CN" altLang="en-US" sz="3000"/>
              <a:t>并发控制机制就是</a:t>
            </a:r>
            <a:r>
              <a:rPr lang="zh-CN" altLang="en-US" sz="3000">
                <a:solidFill>
                  <a:srgbClr val="FF0000"/>
                </a:solidFill>
              </a:rPr>
              <a:t>利用正确的方式调度并发操作</a:t>
            </a:r>
            <a:r>
              <a:rPr lang="zh-CN" altLang="en-US" sz="3000"/>
              <a:t>，使一个用户事务的执行不受其他事务的干扰，从而避免造成数据的不一致性。</a:t>
            </a:r>
            <a:endParaRPr lang="zh-CN" altLang="en-US" sz="1100"/>
          </a:p>
          <a:p>
            <a:pPr lvl="1"/>
            <a:r>
              <a:rPr lang="zh-CN" altLang="en-US" sz="2600"/>
              <a:t>对数据库的应用有时允许某些不一致性，例如有些统计工作涉及数据量很大，读到一些“脏”数据对统计精度没什么影响，可以降低对一致性的要求以减少系统开销。</a:t>
            </a:r>
            <a:endParaRPr lang="en-US" altLang="zh-CN" sz="2600"/>
          </a:p>
          <a:p>
            <a:pPr marL="0" indent="0">
              <a:buNone/>
            </a:pPr>
            <a:r>
              <a:rPr lang="zh-CN" altLang="en-US" sz="1100"/>
              <a:t> </a:t>
            </a:r>
          </a:p>
          <a:p>
            <a:r>
              <a:rPr lang="zh-CN" altLang="en-US" sz="3000"/>
              <a:t>主要技术：</a:t>
            </a:r>
            <a:endParaRPr lang="en-US" altLang="zh-CN" sz="3000"/>
          </a:p>
          <a:p>
            <a:pPr lvl="1"/>
            <a:r>
              <a:rPr lang="zh-CN" altLang="en-US">
                <a:solidFill>
                  <a:srgbClr val="FF0000"/>
                </a:solidFill>
              </a:rPr>
              <a:t>封锁</a:t>
            </a:r>
            <a:r>
              <a:rPr lang="en-US" altLang="zh-CN">
                <a:solidFill>
                  <a:srgbClr val="FF0000"/>
                </a:solidFill>
              </a:rPr>
              <a:t>(Locking)</a:t>
            </a:r>
          </a:p>
          <a:p>
            <a:pPr lvl="1"/>
            <a:r>
              <a:rPr lang="zh-CN" altLang="en-US">
                <a:solidFill>
                  <a:srgbClr val="FF0000"/>
                </a:solidFill>
              </a:rPr>
              <a:t>时间戳</a:t>
            </a:r>
            <a:r>
              <a:rPr lang="en-US" altLang="zh-CN">
                <a:solidFill>
                  <a:srgbClr val="FF0000"/>
                </a:solidFill>
              </a:rPr>
              <a:t>(Timestamp)</a:t>
            </a:r>
          </a:p>
          <a:p>
            <a:pPr lvl="1"/>
            <a:r>
              <a:rPr lang="zh-CN" altLang="en-US">
                <a:solidFill>
                  <a:srgbClr val="FF0000"/>
                </a:solidFill>
              </a:rPr>
              <a:t>乐观控制法</a:t>
            </a:r>
          </a:p>
          <a:p>
            <a:pPr lvl="1"/>
            <a:r>
              <a:rPr lang="zh-CN" altLang="en-US">
                <a:solidFill>
                  <a:srgbClr val="FF0000"/>
                </a:solidFill>
              </a:rPr>
              <a:t>多版本并发控制</a:t>
            </a:r>
            <a:r>
              <a:rPr lang="en-US" altLang="zh-CN">
                <a:solidFill>
                  <a:srgbClr val="FF0000"/>
                </a:solidFill>
              </a:rPr>
              <a:t>(MVCC)</a:t>
            </a:r>
          </a:p>
        </p:txBody>
      </p:sp>
      <p:sp>
        <p:nvSpPr>
          <p:cNvPr id="4" name="灯片编号占位符 3">
            <a:extLst>
              <a:ext uri="{FF2B5EF4-FFF2-40B4-BE49-F238E27FC236}">
                <a16:creationId xmlns:a16="http://schemas.microsoft.com/office/drawing/2014/main" id="{DB86E681-7E97-4F40-9E9E-80312F966522}"/>
              </a:ext>
            </a:extLst>
          </p:cNvPr>
          <p:cNvSpPr>
            <a:spLocks noGrp="1"/>
          </p:cNvSpPr>
          <p:nvPr>
            <p:ph type="sldNum" sz="quarter" idx="12"/>
          </p:nvPr>
        </p:nvSpPr>
        <p:spPr/>
        <p:txBody>
          <a:bodyPr/>
          <a:lstStyle/>
          <a:p>
            <a:fld id="{E63F6D5D-9733-4D44-9C56-AEFEDD5A4BA7}" type="slidenum">
              <a:rPr lang="en-US" smtClean="0"/>
              <a:pPr/>
              <a:t>11</a:t>
            </a:fld>
            <a:endParaRPr lang="en-US" dirty="0"/>
          </a:p>
        </p:txBody>
      </p:sp>
    </p:spTree>
    <p:extLst>
      <p:ext uri="{BB962C8B-B14F-4D97-AF65-F5344CB8AC3E}">
        <p14:creationId xmlns:p14="http://schemas.microsoft.com/office/powerpoint/2010/main" val="40545458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06210E-A1D3-41A7-BBE2-FB532EA1059E}"/>
              </a:ext>
            </a:extLst>
          </p:cNvPr>
          <p:cNvSpPr>
            <a:spLocks noGrp="1"/>
          </p:cNvSpPr>
          <p:nvPr>
            <p:ph type="title"/>
          </p:nvPr>
        </p:nvSpPr>
        <p:spPr/>
        <p:txBody>
          <a:bodyPr>
            <a:noAutofit/>
          </a:bodyPr>
          <a:lstStyle/>
          <a:p>
            <a:r>
              <a:rPr lang="en-US" altLang="zh-CN" dirty="0"/>
              <a:t>11.2  </a:t>
            </a:r>
            <a:r>
              <a:rPr lang="zh-CN" altLang="en-US" dirty="0"/>
              <a:t>封锁</a:t>
            </a:r>
          </a:p>
        </p:txBody>
      </p:sp>
      <p:sp>
        <p:nvSpPr>
          <p:cNvPr id="3" name="内容占位符 2">
            <a:extLst>
              <a:ext uri="{FF2B5EF4-FFF2-40B4-BE49-F238E27FC236}">
                <a16:creationId xmlns:a16="http://schemas.microsoft.com/office/drawing/2014/main" id="{E50DC2E7-060E-4ED9-B97E-BBAFDB2CC2CF}"/>
              </a:ext>
            </a:extLst>
          </p:cNvPr>
          <p:cNvSpPr>
            <a:spLocks noGrp="1"/>
          </p:cNvSpPr>
          <p:nvPr>
            <p:ph idx="1"/>
          </p:nvPr>
        </p:nvSpPr>
        <p:spPr/>
        <p:txBody>
          <a:bodyPr>
            <a:normAutofit lnSpcReduction="10000"/>
          </a:bodyPr>
          <a:lstStyle/>
          <a:p>
            <a:r>
              <a:rPr lang="zh-CN" altLang="en-US" dirty="0"/>
              <a:t>封锁是实现并发控制的一个非常重要的技术。</a:t>
            </a:r>
            <a:endParaRPr lang="en-US" altLang="zh-CN" dirty="0"/>
          </a:p>
          <a:p>
            <a:endParaRPr lang="en-US" altLang="zh-CN" sz="1000" dirty="0"/>
          </a:p>
          <a:p>
            <a:r>
              <a:rPr lang="zh-CN" altLang="en-US" dirty="0"/>
              <a:t>所谓</a:t>
            </a:r>
            <a:r>
              <a:rPr lang="zh-CN" altLang="en-US" u="sng" dirty="0">
                <a:solidFill>
                  <a:srgbClr val="FF0000"/>
                </a:solidFill>
              </a:rPr>
              <a:t>封锁</a:t>
            </a:r>
            <a:r>
              <a:rPr lang="zh-CN" altLang="en-US" dirty="0"/>
              <a:t>就是</a:t>
            </a:r>
            <a:r>
              <a:rPr lang="zh-CN" altLang="en-US" dirty="0">
                <a:solidFill>
                  <a:srgbClr val="0000CC"/>
                </a:solidFill>
              </a:rPr>
              <a:t>事务</a:t>
            </a:r>
            <a:r>
              <a:rPr lang="en-US" altLang="zh-CN" dirty="0">
                <a:solidFill>
                  <a:srgbClr val="0000CC"/>
                </a:solidFill>
              </a:rPr>
              <a:t>T</a:t>
            </a:r>
            <a:r>
              <a:rPr lang="zh-CN" altLang="en-US" dirty="0">
                <a:solidFill>
                  <a:srgbClr val="0000CC"/>
                </a:solidFill>
              </a:rPr>
              <a:t>在对某个数据对象</a:t>
            </a:r>
            <a:r>
              <a:rPr lang="en-US" altLang="zh-CN" dirty="0">
                <a:solidFill>
                  <a:srgbClr val="0000CC"/>
                </a:solidFill>
              </a:rPr>
              <a:t>(</a:t>
            </a:r>
            <a:r>
              <a:rPr lang="zh-CN" altLang="en-US" dirty="0">
                <a:solidFill>
                  <a:srgbClr val="0000CC"/>
                </a:solidFill>
              </a:rPr>
              <a:t>如表、记录</a:t>
            </a:r>
            <a:r>
              <a:rPr lang="en-US" altLang="zh-CN" dirty="0">
                <a:solidFill>
                  <a:srgbClr val="0000CC"/>
                </a:solidFill>
              </a:rPr>
              <a:t>)</a:t>
            </a:r>
            <a:r>
              <a:rPr lang="zh-CN" altLang="en-US" dirty="0">
                <a:solidFill>
                  <a:srgbClr val="0000CC"/>
                </a:solidFill>
              </a:rPr>
              <a:t>操作之前，先向系统发出请求，对其加锁</a:t>
            </a:r>
            <a:r>
              <a:rPr lang="zh-CN" altLang="en-US" dirty="0"/>
              <a:t>。</a:t>
            </a:r>
            <a:endParaRPr lang="en-US" altLang="zh-CN" dirty="0"/>
          </a:p>
          <a:p>
            <a:pPr lvl="1"/>
            <a:r>
              <a:rPr lang="zh-CN" altLang="en-US" dirty="0"/>
              <a:t>加锁后事务</a:t>
            </a:r>
            <a:r>
              <a:rPr lang="en-US" altLang="zh-CN" dirty="0"/>
              <a:t>T</a:t>
            </a:r>
            <a:r>
              <a:rPr lang="zh-CN" altLang="en-US" dirty="0"/>
              <a:t>就对该数据对象有了一定的控制，在事务</a:t>
            </a:r>
            <a:r>
              <a:rPr lang="en-US" altLang="zh-CN" dirty="0"/>
              <a:t>T</a:t>
            </a:r>
            <a:r>
              <a:rPr lang="zh-CN" altLang="en-US" dirty="0"/>
              <a:t>释放它的锁之前，其它的事务</a:t>
            </a:r>
            <a:r>
              <a:rPr lang="zh-CN" altLang="en-US" dirty="0">
                <a:solidFill>
                  <a:srgbClr val="FF0000"/>
                </a:solidFill>
              </a:rPr>
              <a:t>不能更新此数据对象</a:t>
            </a:r>
            <a:r>
              <a:rPr lang="zh-CN" altLang="en-US" dirty="0"/>
              <a:t>。</a:t>
            </a:r>
            <a:endParaRPr lang="en-US" altLang="zh-CN" dirty="0"/>
          </a:p>
          <a:p>
            <a:pPr lvl="1"/>
            <a:endParaRPr lang="en-US" altLang="zh-CN" sz="1000" dirty="0"/>
          </a:p>
          <a:p>
            <a:r>
              <a:rPr lang="zh-CN" altLang="en-US" dirty="0"/>
              <a:t>确切的控制由</a:t>
            </a:r>
            <a:r>
              <a:rPr lang="zh-CN" altLang="en-US" u="sng" dirty="0">
                <a:solidFill>
                  <a:srgbClr val="FF0000"/>
                </a:solidFill>
              </a:rPr>
              <a:t>封锁的类型</a:t>
            </a:r>
            <a:r>
              <a:rPr lang="zh-CN" altLang="en-US" dirty="0"/>
              <a:t>决定。</a:t>
            </a:r>
            <a:endParaRPr lang="en-US" altLang="zh-CN" dirty="0"/>
          </a:p>
          <a:p>
            <a:endParaRPr lang="en-US" altLang="zh-CN" sz="1000" dirty="0"/>
          </a:p>
          <a:p>
            <a:r>
              <a:rPr lang="zh-CN" altLang="en-US" u="sng" dirty="0">
                <a:solidFill>
                  <a:srgbClr val="FF0000"/>
                </a:solidFill>
              </a:rPr>
              <a:t>基本的封锁类型</a:t>
            </a:r>
            <a:endParaRPr lang="en-US" altLang="zh-CN" u="sng" dirty="0">
              <a:solidFill>
                <a:srgbClr val="FF0000"/>
              </a:solidFill>
            </a:endParaRPr>
          </a:p>
          <a:p>
            <a:pPr lvl="1"/>
            <a:r>
              <a:rPr lang="zh-CN" altLang="en-US" dirty="0">
                <a:solidFill>
                  <a:srgbClr val="0000FF"/>
                </a:solidFill>
              </a:rPr>
              <a:t>排他锁</a:t>
            </a:r>
            <a:r>
              <a:rPr lang="en-US" altLang="zh-CN" dirty="0">
                <a:solidFill>
                  <a:srgbClr val="0000FF"/>
                </a:solidFill>
              </a:rPr>
              <a:t>(exclusive locks</a:t>
            </a:r>
            <a:r>
              <a:rPr lang="zh-CN" altLang="en-US" dirty="0">
                <a:solidFill>
                  <a:srgbClr val="0000FF"/>
                </a:solidFill>
              </a:rPr>
              <a:t>，简称</a:t>
            </a:r>
            <a:r>
              <a:rPr lang="en-US" altLang="zh-CN" dirty="0">
                <a:solidFill>
                  <a:srgbClr val="0000FF"/>
                </a:solidFill>
              </a:rPr>
              <a:t>X</a:t>
            </a:r>
            <a:r>
              <a:rPr lang="zh-CN" altLang="en-US" dirty="0">
                <a:solidFill>
                  <a:srgbClr val="0000FF"/>
                </a:solidFill>
              </a:rPr>
              <a:t>锁</a:t>
            </a:r>
            <a:r>
              <a:rPr lang="en-US" altLang="zh-CN" dirty="0">
                <a:solidFill>
                  <a:srgbClr val="0000FF"/>
                </a:solidFill>
              </a:rPr>
              <a:t>)</a:t>
            </a:r>
          </a:p>
          <a:p>
            <a:pPr lvl="1"/>
            <a:r>
              <a:rPr lang="zh-CN" altLang="en-US" dirty="0">
                <a:solidFill>
                  <a:srgbClr val="0000FF"/>
                </a:solidFill>
              </a:rPr>
              <a:t>共享锁</a:t>
            </a:r>
            <a:r>
              <a:rPr lang="en-US" altLang="zh-CN" dirty="0">
                <a:solidFill>
                  <a:srgbClr val="0000FF"/>
                </a:solidFill>
              </a:rPr>
              <a:t>(share locks</a:t>
            </a:r>
            <a:r>
              <a:rPr lang="zh-CN" altLang="en-US" dirty="0">
                <a:solidFill>
                  <a:srgbClr val="0000FF"/>
                </a:solidFill>
              </a:rPr>
              <a:t>，简称</a:t>
            </a:r>
            <a:r>
              <a:rPr lang="en-US" altLang="zh-CN" dirty="0">
                <a:solidFill>
                  <a:srgbClr val="0000FF"/>
                </a:solidFill>
              </a:rPr>
              <a:t>S</a:t>
            </a:r>
            <a:r>
              <a:rPr lang="zh-CN" altLang="en-US" dirty="0">
                <a:solidFill>
                  <a:srgbClr val="0000FF"/>
                </a:solidFill>
              </a:rPr>
              <a:t>锁</a:t>
            </a:r>
            <a:r>
              <a:rPr lang="en-US" altLang="zh-CN" dirty="0">
                <a:solidFill>
                  <a:srgbClr val="0000FF"/>
                </a:solidFill>
              </a:rPr>
              <a:t>)</a:t>
            </a:r>
            <a:endParaRPr lang="zh-CN" altLang="en-US" dirty="0">
              <a:solidFill>
                <a:srgbClr val="C00000"/>
              </a:solidFill>
            </a:endParaRPr>
          </a:p>
        </p:txBody>
      </p:sp>
      <p:sp>
        <p:nvSpPr>
          <p:cNvPr id="4" name="灯片编号占位符 3">
            <a:extLst>
              <a:ext uri="{FF2B5EF4-FFF2-40B4-BE49-F238E27FC236}">
                <a16:creationId xmlns:a16="http://schemas.microsoft.com/office/drawing/2014/main" id="{B1641CA9-FB36-4D03-A570-C5A7920D8A8E}"/>
              </a:ext>
            </a:extLst>
          </p:cNvPr>
          <p:cNvSpPr>
            <a:spLocks noGrp="1"/>
          </p:cNvSpPr>
          <p:nvPr>
            <p:ph type="sldNum" sz="quarter" idx="12"/>
          </p:nvPr>
        </p:nvSpPr>
        <p:spPr/>
        <p:txBody>
          <a:bodyPr/>
          <a:lstStyle/>
          <a:p>
            <a:fld id="{47C9E101-E51D-431E-84FA-C029B8655B60}" type="slidenum">
              <a:rPr lang="zh-CN" altLang="en-US" smtClean="0"/>
              <a:pPr/>
              <a:t>12</a:t>
            </a:fld>
            <a:endParaRPr lang="zh-CN" altLang="en-US" dirty="0"/>
          </a:p>
        </p:txBody>
      </p:sp>
    </p:spTree>
    <p:extLst>
      <p:ext uri="{BB962C8B-B14F-4D97-AF65-F5344CB8AC3E}">
        <p14:creationId xmlns:p14="http://schemas.microsoft.com/office/powerpoint/2010/main" val="29265055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9634CC-B671-45E6-A5FE-B0E17C91639A}"/>
              </a:ext>
            </a:extLst>
          </p:cNvPr>
          <p:cNvSpPr>
            <a:spLocks noGrp="1"/>
          </p:cNvSpPr>
          <p:nvPr>
            <p:ph type="title"/>
          </p:nvPr>
        </p:nvSpPr>
        <p:spPr/>
        <p:txBody>
          <a:bodyPr/>
          <a:lstStyle/>
          <a:p>
            <a:r>
              <a:rPr lang="zh-CN" altLang="en-US" dirty="0"/>
              <a:t>基本封锁类型</a:t>
            </a:r>
          </a:p>
        </p:txBody>
      </p:sp>
      <p:sp>
        <p:nvSpPr>
          <p:cNvPr id="3" name="内容占位符 2">
            <a:extLst>
              <a:ext uri="{FF2B5EF4-FFF2-40B4-BE49-F238E27FC236}">
                <a16:creationId xmlns:a16="http://schemas.microsoft.com/office/drawing/2014/main" id="{685327AE-182B-4926-88AA-794B08974039}"/>
              </a:ext>
            </a:extLst>
          </p:cNvPr>
          <p:cNvSpPr>
            <a:spLocks noGrp="1"/>
          </p:cNvSpPr>
          <p:nvPr>
            <p:ph idx="1"/>
          </p:nvPr>
        </p:nvSpPr>
        <p:spPr/>
        <p:txBody>
          <a:bodyPr/>
          <a:lstStyle/>
          <a:p>
            <a:r>
              <a:rPr lang="en-US" altLang="zh-CN" dirty="0"/>
              <a:t>DBMS</a:t>
            </a:r>
            <a:r>
              <a:rPr lang="zh-CN" altLang="en-US" dirty="0"/>
              <a:t>通常提供了多种类型的封锁。一个事务对某个数据对象加锁后究竟拥有什么样的控制是由封锁的类型决定的。</a:t>
            </a:r>
          </a:p>
          <a:p>
            <a:pPr marL="0" indent="0">
              <a:buNone/>
            </a:pPr>
            <a:endParaRPr lang="en-US" altLang="zh-CN" dirty="0"/>
          </a:p>
        </p:txBody>
      </p:sp>
      <p:sp>
        <p:nvSpPr>
          <p:cNvPr id="4" name="灯片编号占位符 3">
            <a:extLst>
              <a:ext uri="{FF2B5EF4-FFF2-40B4-BE49-F238E27FC236}">
                <a16:creationId xmlns:a16="http://schemas.microsoft.com/office/drawing/2014/main" id="{AEE25F98-20F7-4D1B-9377-1334D7387B86}"/>
              </a:ext>
            </a:extLst>
          </p:cNvPr>
          <p:cNvSpPr>
            <a:spLocks noGrp="1"/>
          </p:cNvSpPr>
          <p:nvPr>
            <p:ph type="sldNum" sz="quarter" idx="12"/>
          </p:nvPr>
        </p:nvSpPr>
        <p:spPr/>
        <p:txBody>
          <a:bodyPr/>
          <a:lstStyle/>
          <a:p>
            <a:fld id="{47C9E101-E51D-431E-84FA-C029B8655B60}" type="slidenum">
              <a:rPr lang="zh-CN" altLang="en-US" smtClean="0"/>
              <a:pPr/>
              <a:t>13</a:t>
            </a:fld>
            <a:endParaRPr lang="zh-CN" altLang="en-US" dirty="0"/>
          </a:p>
        </p:txBody>
      </p:sp>
      <p:graphicFrame>
        <p:nvGraphicFramePr>
          <p:cNvPr id="8" name="表格 7">
            <a:extLst>
              <a:ext uri="{FF2B5EF4-FFF2-40B4-BE49-F238E27FC236}">
                <a16:creationId xmlns:a16="http://schemas.microsoft.com/office/drawing/2014/main" id="{A955DFC1-516E-4B9F-8778-2656FADD4415}"/>
              </a:ext>
            </a:extLst>
          </p:cNvPr>
          <p:cNvGraphicFramePr>
            <a:graphicFrameLocks noGrp="1"/>
          </p:cNvGraphicFramePr>
          <p:nvPr>
            <p:extLst>
              <p:ext uri="{D42A27DB-BD31-4B8C-83A1-F6EECF244321}">
                <p14:modId xmlns:p14="http://schemas.microsoft.com/office/powerpoint/2010/main" val="4028788588"/>
              </p:ext>
            </p:extLst>
          </p:nvPr>
        </p:nvGraphicFramePr>
        <p:xfrm>
          <a:off x="1488707" y="2596415"/>
          <a:ext cx="8915400" cy="2998026"/>
        </p:xfrm>
        <a:graphic>
          <a:graphicData uri="http://schemas.openxmlformats.org/drawingml/2006/table">
            <a:tbl>
              <a:tblPr firstRow="1" bandRow="1">
                <a:tableStyleId>{8A107856-5554-42FB-B03E-39F5DBC370BA}</a:tableStyleId>
              </a:tblPr>
              <a:tblGrid>
                <a:gridCol w="4457700">
                  <a:extLst>
                    <a:ext uri="{9D8B030D-6E8A-4147-A177-3AD203B41FA5}">
                      <a16:colId xmlns:a16="http://schemas.microsoft.com/office/drawing/2014/main" val="1390570894"/>
                    </a:ext>
                  </a:extLst>
                </a:gridCol>
                <a:gridCol w="4457700">
                  <a:extLst>
                    <a:ext uri="{9D8B030D-6E8A-4147-A177-3AD203B41FA5}">
                      <a16:colId xmlns:a16="http://schemas.microsoft.com/office/drawing/2014/main" val="3931374003"/>
                    </a:ext>
                  </a:extLst>
                </a:gridCol>
              </a:tblGrid>
              <a:tr h="370840">
                <a:tc>
                  <a:txBody>
                    <a:bodyPr/>
                    <a:lstStyle/>
                    <a:p>
                      <a:pPr algn="ctr">
                        <a:lnSpc>
                          <a:spcPct val="120000"/>
                        </a:lnSpc>
                      </a:pPr>
                      <a:r>
                        <a:rPr lang="zh-CN" altLang="en-US" sz="2800">
                          <a:solidFill>
                            <a:srgbClr val="0000FF"/>
                          </a:solidFill>
                          <a:latin typeface="微软雅黑" panose="020B0503020204020204" pitchFamily="34" charset="-122"/>
                          <a:ea typeface="微软雅黑" panose="020B0503020204020204" pitchFamily="34" charset="-122"/>
                        </a:rPr>
                        <a:t>排他锁</a:t>
                      </a:r>
                    </a:p>
                  </a:txBody>
                  <a:tcPr/>
                </a:tc>
                <a:tc>
                  <a:txBody>
                    <a:bodyPr/>
                    <a:lstStyle/>
                    <a:p>
                      <a:pPr algn="ctr">
                        <a:lnSpc>
                          <a:spcPct val="120000"/>
                        </a:lnSpc>
                      </a:pPr>
                      <a:r>
                        <a:rPr lang="zh-CN" altLang="en-US" sz="2800">
                          <a:solidFill>
                            <a:srgbClr val="0000FF"/>
                          </a:solidFill>
                          <a:latin typeface="微软雅黑" panose="020B0503020204020204" pitchFamily="34" charset="-122"/>
                          <a:ea typeface="微软雅黑" panose="020B0503020204020204" pitchFamily="34" charset="-122"/>
                        </a:rPr>
                        <a:t>共享锁</a:t>
                      </a:r>
                    </a:p>
                  </a:txBody>
                  <a:tcPr/>
                </a:tc>
                <a:extLst>
                  <a:ext uri="{0D108BD9-81ED-4DB2-BD59-A6C34878D82A}">
                    <a16:rowId xmlns:a16="http://schemas.microsoft.com/office/drawing/2014/main" val="3500533955"/>
                  </a:ext>
                </a:extLst>
              </a:tr>
              <a:tr h="370840">
                <a:tc>
                  <a:txBody>
                    <a:bodyPr/>
                    <a:lstStyle/>
                    <a:p>
                      <a:pPr marL="285750" indent="-285750">
                        <a:lnSpc>
                          <a:spcPct val="12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若事务</a:t>
                      </a:r>
                      <a:r>
                        <a:rPr lang="en-US" altLang="zh-CN" sz="2000" dirty="0">
                          <a:latin typeface="微软雅黑" panose="020B0503020204020204" pitchFamily="34" charset="-122"/>
                          <a:ea typeface="微软雅黑" panose="020B0503020204020204" pitchFamily="34" charset="-122"/>
                        </a:rPr>
                        <a:t>T</a:t>
                      </a:r>
                      <a:r>
                        <a:rPr lang="zh-CN" altLang="en-US" sz="2000" dirty="0">
                          <a:latin typeface="微软雅黑" panose="020B0503020204020204" pitchFamily="34" charset="-122"/>
                          <a:ea typeface="微软雅黑" panose="020B0503020204020204" pitchFamily="34" charset="-122"/>
                        </a:rPr>
                        <a:t>对数据对象</a:t>
                      </a:r>
                      <a:r>
                        <a:rPr lang="en-US" altLang="zh-CN" sz="2000" dirty="0">
                          <a:latin typeface="微软雅黑" panose="020B0503020204020204" pitchFamily="34" charset="-122"/>
                          <a:ea typeface="微软雅黑" panose="020B0503020204020204" pitchFamily="34" charset="-122"/>
                        </a:rPr>
                        <a:t>A</a:t>
                      </a:r>
                      <a:r>
                        <a:rPr lang="zh-CN" altLang="en-US" sz="2000" dirty="0">
                          <a:solidFill>
                            <a:srgbClr val="FF0000"/>
                          </a:solidFill>
                          <a:latin typeface="微软雅黑" panose="020B0503020204020204" pitchFamily="34" charset="-122"/>
                          <a:ea typeface="微软雅黑" panose="020B0503020204020204" pitchFamily="34" charset="-122"/>
                        </a:rPr>
                        <a:t>加上</a:t>
                      </a:r>
                      <a:r>
                        <a:rPr lang="en-US" altLang="zh-CN" sz="2000" dirty="0">
                          <a:solidFill>
                            <a:srgbClr val="FF0000"/>
                          </a:solidFill>
                          <a:latin typeface="微软雅黑" panose="020B0503020204020204" pitchFamily="34" charset="-122"/>
                          <a:ea typeface="微软雅黑" panose="020B0503020204020204" pitchFamily="34" charset="-122"/>
                        </a:rPr>
                        <a:t>X</a:t>
                      </a:r>
                      <a:r>
                        <a:rPr lang="zh-CN" altLang="en-US" sz="2000" dirty="0">
                          <a:solidFill>
                            <a:srgbClr val="FF0000"/>
                          </a:solidFill>
                          <a:latin typeface="微软雅黑" panose="020B0503020204020204" pitchFamily="34" charset="-122"/>
                          <a:ea typeface="微软雅黑" panose="020B0503020204020204" pitchFamily="34" charset="-122"/>
                        </a:rPr>
                        <a:t>锁</a:t>
                      </a:r>
                      <a:r>
                        <a:rPr lang="zh-CN" altLang="en-US" sz="2000" dirty="0">
                          <a:latin typeface="微软雅黑" panose="020B0503020204020204" pitchFamily="34" charset="-122"/>
                          <a:ea typeface="微软雅黑" panose="020B0503020204020204" pitchFamily="34" charset="-122"/>
                        </a:rPr>
                        <a:t>，则</a:t>
                      </a:r>
                      <a:r>
                        <a:rPr lang="zh-CN" altLang="en-US" sz="2000" dirty="0">
                          <a:solidFill>
                            <a:srgbClr val="FF0000"/>
                          </a:solidFill>
                          <a:latin typeface="微软雅黑" panose="020B0503020204020204" pitchFamily="34" charset="-122"/>
                          <a:ea typeface="微软雅黑" panose="020B0503020204020204" pitchFamily="34" charset="-122"/>
                        </a:rPr>
                        <a:t>只允许</a:t>
                      </a:r>
                      <a:r>
                        <a:rPr lang="en-US" altLang="zh-CN" sz="2000" dirty="0">
                          <a:solidFill>
                            <a:srgbClr val="FF0000"/>
                          </a:solidFill>
                          <a:latin typeface="微软雅黑" panose="020B0503020204020204" pitchFamily="34" charset="-122"/>
                          <a:ea typeface="微软雅黑" panose="020B0503020204020204" pitchFamily="34" charset="-122"/>
                        </a:rPr>
                        <a:t>T</a:t>
                      </a:r>
                      <a:r>
                        <a:rPr lang="zh-CN" altLang="en-US" sz="2000" dirty="0">
                          <a:solidFill>
                            <a:srgbClr val="FF0000"/>
                          </a:solidFill>
                          <a:latin typeface="微软雅黑" panose="020B0503020204020204" pitchFamily="34" charset="-122"/>
                          <a:ea typeface="微软雅黑" panose="020B0503020204020204" pitchFamily="34" charset="-122"/>
                        </a:rPr>
                        <a:t>读取和修改</a:t>
                      </a:r>
                      <a:r>
                        <a:rPr lang="en-US" altLang="zh-CN" sz="2000" dirty="0">
                          <a:solidFill>
                            <a:srgbClr val="FF0000"/>
                          </a:solidFill>
                          <a:latin typeface="微软雅黑" panose="020B0503020204020204" pitchFamily="34" charset="-122"/>
                          <a:ea typeface="微软雅黑" panose="020B0503020204020204" pitchFamily="34" charset="-122"/>
                        </a:rPr>
                        <a:t>A</a:t>
                      </a:r>
                      <a:r>
                        <a:rPr lang="zh-CN" altLang="en-US" sz="2000" dirty="0">
                          <a:latin typeface="微软雅黑" panose="020B0503020204020204" pitchFamily="34" charset="-122"/>
                          <a:ea typeface="微软雅黑" panose="020B0503020204020204" pitchFamily="34" charset="-122"/>
                        </a:rPr>
                        <a:t>，其它</a:t>
                      </a:r>
                      <a:r>
                        <a:rPr lang="zh-CN" altLang="en-US" sz="2000" dirty="0">
                          <a:solidFill>
                            <a:srgbClr val="FF0000"/>
                          </a:solidFill>
                          <a:latin typeface="微软雅黑" panose="020B0503020204020204" pitchFamily="34" charset="-122"/>
                          <a:ea typeface="微软雅黑" panose="020B0503020204020204" pitchFamily="34" charset="-122"/>
                        </a:rPr>
                        <a:t>任何事务都不能再对</a:t>
                      </a:r>
                      <a:r>
                        <a:rPr lang="en-US" altLang="zh-CN" sz="2000" dirty="0">
                          <a:solidFill>
                            <a:srgbClr val="FF0000"/>
                          </a:solidFill>
                          <a:latin typeface="微软雅黑" panose="020B0503020204020204" pitchFamily="34" charset="-122"/>
                          <a:ea typeface="微软雅黑" panose="020B0503020204020204" pitchFamily="34" charset="-122"/>
                        </a:rPr>
                        <a:t>A</a:t>
                      </a:r>
                      <a:r>
                        <a:rPr lang="zh-CN" altLang="en-US" sz="2000" dirty="0">
                          <a:solidFill>
                            <a:srgbClr val="FF0000"/>
                          </a:solidFill>
                          <a:latin typeface="微软雅黑" panose="020B0503020204020204" pitchFamily="34" charset="-122"/>
                          <a:ea typeface="微软雅黑" panose="020B0503020204020204" pitchFamily="34" charset="-122"/>
                        </a:rPr>
                        <a:t>加任何类型的锁</a:t>
                      </a:r>
                      <a:r>
                        <a:rPr lang="zh-CN" altLang="en-US" sz="2000" dirty="0">
                          <a:latin typeface="微软雅黑" panose="020B0503020204020204" pitchFamily="34" charset="-122"/>
                          <a:ea typeface="微软雅黑" panose="020B0503020204020204" pitchFamily="34" charset="-122"/>
                        </a:rPr>
                        <a:t>，直到</a:t>
                      </a:r>
                      <a:r>
                        <a:rPr lang="en-US" altLang="zh-CN" sz="2000" dirty="0">
                          <a:latin typeface="微软雅黑" panose="020B0503020204020204" pitchFamily="34" charset="-122"/>
                          <a:ea typeface="微软雅黑" panose="020B0503020204020204" pitchFamily="34" charset="-122"/>
                        </a:rPr>
                        <a:t>T</a:t>
                      </a:r>
                      <a:r>
                        <a:rPr lang="zh-CN" altLang="en-US" sz="2000" dirty="0">
                          <a:latin typeface="微软雅黑" panose="020B0503020204020204" pitchFamily="34" charset="-122"/>
                          <a:ea typeface="微软雅黑" panose="020B0503020204020204" pitchFamily="34" charset="-122"/>
                        </a:rPr>
                        <a:t>释放</a:t>
                      </a:r>
                      <a:r>
                        <a:rPr lang="en-US" altLang="zh-CN" sz="2000" dirty="0">
                          <a:latin typeface="微软雅黑" panose="020B0503020204020204" pitchFamily="34" charset="-122"/>
                          <a:ea typeface="微软雅黑" panose="020B0503020204020204" pitchFamily="34" charset="-122"/>
                        </a:rPr>
                        <a:t>A</a:t>
                      </a:r>
                      <a:r>
                        <a:rPr lang="zh-CN" altLang="en-US" sz="2000" dirty="0">
                          <a:latin typeface="微软雅黑" panose="020B0503020204020204" pitchFamily="34" charset="-122"/>
                          <a:ea typeface="微软雅黑" panose="020B0503020204020204" pitchFamily="34" charset="-122"/>
                        </a:rPr>
                        <a:t>上的锁。</a:t>
                      </a:r>
                      <a:endParaRPr lang="en-US" altLang="zh-CN" sz="2000" dirty="0">
                        <a:latin typeface="微软雅黑" panose="020B0503020204020204" pitchFamily="34" charset="-122"/>
                        <a:ea typeface="微软雅黑" panose="020B0503020204020204" pitchFamily="34" charset="-122"/>
                      </a:endParaRPr>
                    </a:p>
                    <a:p>
                      <a:pPr marL="285750" indent="-285750">
                        <a:lnSpc>
                          <a:spcPct val="120000"/>
                        </a:lnSpc>
                        <a:buFont typeface="Arial" panose="020B0604020202020204" pitchFamily="34" charset="0"/>
                        <a:buChar char="•"/>
                      </a:pPr>
                      <a:endParaRPr lang="zh-CN" altLang="en-US" sz="1000" dirty="0">
                        <a:latin typeface="微软雅黑" panose="020B0503020204020204" pitchFamily="34" charset="-122"/>
                        <a:ea typeface="微软雅黑" panose="020B0503020204020204" pitchFamily="34" charset="-122"/>
                      </a:endParaRPr>
                    </a:p>
                    <a:p>
                      <a:pPr marL="285750" indent="-285750">
                        <a:lnSpc>
                          <a:spcPct val="12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保证其他事务在</a:t>
                      </a:r>
                      <a:r>
                        <a:rPr lang="en-US" altLang="zh-CN" sz="2000" dirty="0">
                          <a:latin typeface="微软雅黑" panose="020B0503020204020204" pitchFamily="34" charset="-122"/>
                          <a:ea typeface="微软雅黑" panose="020B0503020204020204" pitchFamily="34" charset="-122"/>
                        </a:rPr>
                        <a:t>T</a:t>
                      </a:r>
                      <a:r>
                        <a:rPr lang="zh-CN" altLang="en-US" sz="2000" dirty="0">
                          <a:latin typeface="微软雅黑" panose="020B0503020204020204" pitchFamily="34" charset="-122"/>
                          <a:ea typeface="微软雅黑" panose="020B0503020204020204" pitchFamily="34" charset="-122"/>
                        </a:rPr>
                        <a:t>释放</a:t>
                      </a:r>
                      <a:r>
                        <a:rPr lang="en-US" altLang="zh-CN" sz="2000" dirty="0">
                          <a:latin typeface="微软雅黑" panose="020B0503020204020204" pitchFamily="34" charset="-122"/>
                          <a:ea typeface="微软雅黑" panose="020B0503020204020204" pitchFamily="34" charset="-122"/>
                        </a:rPr>
                        <a:t>A</a:t>
                      </a:r>
                      <a:r>
                        <a:rPr lang="zh-CN" altLang="en-US" sz="2000" dirty="0">
                          <a:latin typeface="微软雅黑" panose="020B0503020204020204" pitchFamily="34" charset="-122"/>
                          <a:ea typeface="微软雅黑" panose="020B0503020204020204" pitchFamily="34" charset="-122"/>
                        </a:rPr>
                        <a:t>上的锁之前不能再读取和修改</a:t>
                      </a:r>
                      <a:r>
                        <a:rPr lang="en-US" altLang="zh-CN" sz="2000" dirty="0">
                          <a:latin typeface="微软雅黑" panose="020B0503020204020204" pitchFamily="34" charset="-122"/>
                          <a:ea typeface="微软雅黑" panose="020B0503020204020204" pitchFamily="34" charset="-122"/>
                        </a:rPr>
                        <a:t>A</a:t>
                      </a:r>
                      <a:r>
                        <a:rPr lang="zh-CN" altLang="en-US" sz="2000" dirty="0">
                          <a:latin typeface="微软雅黑" panose="020B0503020204020204" pitchFamily="34" charset="-122"/>
                          <a:ea typeface="微软雅黑" panose="020B0503020204020204" pitchFamily="34" charset="-122"/>
                        </a:rPr>
                        <a:t>。</a:t>
                      </a:r>
                    </a:p>
                  </a:txBody>
                  <a:tcPr/>
                </a:tc>
                <a:tc>
                  <a:txBody>
                    <a:bodyPr/>
                    <a:lstStyle/>
                    <a:p>
                      <a:pPr marL="285750" indent="-285750">
                        <a:lnSpc>
                          <a:spcPct val="12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若事务</a:t>
                      </a:r>
                      <a:r>
                        <a:rPr lang="en-US" altLang="zh-CN" sz="2000" dirty="0">
                          <a:latin typeface="微软雅黑" panose="020B0503020204020204" pitchFamily="34" charset="-122"/>
                          <a:ea typeface="微软雅黑" panose="020B0503020204020204" pitchFamily="34" charset="-122"/>
                        </a:rPr>
                        <a:t>T</a:t>
                      </a:r>
                      <a:r>
                        <a:rPr lang="zh-CN" altLang="en-US" sz="2000" dirty="0">
                          <a:latin typeface="微软雅黑" panose="020B0503020204020204" pitchFamily="34" charset="-122"/>
                          <a:ea typeface="微软雅黑" panose="020B0503020204020204" pitchFamily="34" charset="-122"/>
                        </a:rPr>
                        <a:t>对数据对象</a:t>
                      </a:r>
                      <a:r>
                        <a:rPr lang="en-US" altLang="zh-CN" sz="2000" dirty="0">
                          <a:latin typeface="微软雅黑" panose="020B0503020204020204" pitchFamily="34" charset="-122"/>
                          <a:ea typeface="微软雅黑" panose="020B0503020204020204" pitchFamily="34" charset="-122"/>
                        </a:rPr>
                        <a:t>A</a:t>
                      </a:r>
                      <a:r>
                        <a:rPr lang="zh-CN" altLang="en-US" sz="2000" dirty="0">
                          <a:solidFill>
                            <a:srgbClr val="FF0000"/>
                          </a:solidFill>
                          <a:latin typeface="微软雅黑" panose="020B0503020204020204" pitchFamily="34" charset="-122"/>
                          <a:ea typeface="微软雅黑" panose="020B0503020204020204" pitchFamily="34" charset="-122"/>
                        </a:rPr>
                        <a:t>加上</a:t>
                      </a:r>
                      <a:r>
                        <a:rPr lang="en-US" altLang="zh-CN" sz="2000" dirty="0">
                          <a:solidFill>
                            <a:srgbClr val="FF0000"/>
                          </a:solidFill>
                          <a:latin typeface="微软雅黑" panose="020B0503020204020204" pitchFamily="34" charset="-122"/>
                          <a:ea typeface="微软雅黑" panose="020B0503020204020204" pitchFamily="34" charset="-122"/>
                        </a:rPr>
                        <a:t>S</a:t>
                      </a:r>
                      <a:r>
                        <a:rPr lang="zh-CN" altLang="en-US" sz="2000" dirty="0">
                          <a:solidFill>
                            <a:srgbClr val="FF0000"/>
                          </a:solidFill>
                          <a:latin typeface="微软雅黑" panose="020B0503020204020204" pitchFamily="34" charset="-122"/>
                          <a:ea typeface="微软雅黑" panose="020B0503020204020204" pitchFamily="34" charset="-122"/>
                        </a:rPr>
                        <a:t>锁</a:t>
                      </a:r>
                      <a:r>
                        <a:rPr lang="zh-CN" altLang="en-US" sz="2000" dirty="0">
                          <a:latin typeface="微软雅黑" panose="020B0503020204020204" pitchFamily="34" charset="-122"/>
                          <a:ea typeface="微软雅黑" panose="020B0503020204020204" pitchFamily="34" charset="-122"/>
                        </a:rPr>
                        <a:t>，则事务</a:t>
                      </a:r>
                      <a:r>
                        <a:rPr lang="en-US" altLang="zh-CN" sz="2000" dirty="0">
                          <a:latin typeface="微软雅黑" panose="020B0503020204020204" pitchFamily="34" charset="-122"/>
                          <a:ea typeface="微软雅黑" panose="020B0503020204020204" pitchFamily="34" charset="-122"/>
                        </a:rPr>
                        <a:t>T</a:t>
                      </a:r>
                      <a:r>
                        <a:rPr lang="zh-CN" altLang="en-US" sz="2000" dirty="0">
                          <a:solidFill>
                            <a:srgbClr val="FF0000"/>
                          </a:solidFill>
                          <a:latin typeface="微软雅黑" panose="020B0503020204020204" pitchFamily="34" charset="-122"/>
                          <a:ea typeface="微软雅黑" panose="020B0503020204020204" pitchFamily="34" charset="-122"/>
                        </a:rPr>
                        <a:t>可以读</a:t>
                      </a:r>
                      <a:r>
                        <a:rPr lang="en-US" altLang="zh-CN" sz="2000" dirty="0">
                          <a:solidFill>
                            <a:srgbClr val="FF0000"/>
                          </a:solidFill>
                          <a:latin typeface="微软雅黑" panose="020B0503020204020204" pitchFamily="34" charset="-122"/>
                          <a:ea typeface="微软雅黑" panose="020B0503020204020204" pitchFamily="34" charset="-122"/>
                        </a:rPr>
                        <a:t>A</a:t>
                      </a:r>
                      <a:r>
                        <a:rPr lang="zh-CN" altLang="en-US" sz="2000" dirty="0">
                          <a:solidFill>
                            <a:srgbClr val="FF0000"/>
                          </a:solidFill>
                          <a:latin typeface="微软雅黑" panose="020B0503020204020204" pitchFamily="34" charset="-122"/>
                          <a:ea typeface="微软雅黑" panose="020B0503020204020204" pitchFamily="34" charset="-122"/>
                        </a:rPr>
                        <a:t>但不能修改</a:t>
                      </a:r>
                      <a:r>
                        <a:rPr lang="en-US" altLang="zh-CN" sz="2000" dirty="0">
                          <a:solidFill>
                            <a:srgbClr val="FF0000"/>
                          </a:solidFill>
                          <a:latin typeface="微软雅黑" panose="020B0503020204020204" pitchFamily="34" charset="-122"/>
                          <a:ea typeface="微软雅黑" panose="020B0503020204020204" pitchFamily="34" charset="-122"/>
                        </a:rPr>
                        <a:t>A</a:t>
                      </a:r>
                      <a:r>
                        <a:rPr lang="zh-CN" altLang="en-US" sz="2000" dirty="0">
                          <a:latin typeface="微软雅黑" panose="020B0503020204020204" pitchFamily="34" charset="-122"/>
                          <a:ea typeface="微软雅黑" panose="020B0503020204020204" pitchFamily="34" charset="-122"/>
                        </a:rPr>
                        <a:t>，其它事务</a:t>
                      </a:r>
                      <a:r>
                        <a:rPr lang="zh-CN" altLang="en-US" sz="2000" dirty="0">
                          <a:solidFill>
                            <a:srgbClr val="FF0000"/>
                          </a:solidFill>
                          <a:latin typeface="微软雅黑" panose="020B0503020204020204" pitchFamily="34" charset="-122"/>
                          <a:ea typeface="微软雅黑" panose="020B0503020204020204" pitchFamily="34" charset="-122"/>
                        </a:rPr>
                        <a:t>只能再对</a:t>
                      </a:r>
                      <a:r>
                        <a:rPr lang="en-US" altLang="zh-CN" sz="2000" dirty="0">
                          <a:solidFill>
                            <a:srgbClr val="FF0000"/>
                          </a:solidFill>
                          <a:latin typeface="微软雅黑" panose="020B0503020204020204" pitchFamily="34" charset="-122"/>
                          <a:ea typeface="微软雅黑" panose="020B0503020204020204" pitchFamily="34" charset="-122"/>
                        </a:rPr>
                        <a:t>A</a:t>
                      </a:r>
                      <a:r>
                        <a:rPr lang="zh-CN" altLang="en-US" sz="2000" dirty="0">
                          <a:solidFill>
                            <a:srgbClr val="FF0000"/>
                          </a:solidFill>
                          <a:latin typeface="微软雅黑" panose="020B0503020204020204" pitchFamily="34" charset="-122"/>
                          <a:ea typeface="微软雅黑" panose="020B0503020204020204" pitchFamily="34" charset="-122"/>
                        </a:rPr>
                        <a:t>加</a:t>
                      </a:r>
                      <a:r>
                        <a:rPr lang="en-US" altLang="zh-CN" sz="2000" dirty="0">
                          <a:solidFill>
                            <a:srgbClr val="FF0000"/>
                          </a:solidFill>
                          <a:latin typeface="微软雅黑" panose="020B0503020204020204" pitchFamily="34" charset="-122"/>
                          <a:ea typeface="微软雅黑" panose="020B0503020204020204" pitchFamily="34" charset="-122"/>
                        </a:rPr>
                        <a:t>S</a:t>
                      </a:r>
                      <a:r>
                        <a:rPr lang="zh-CN" altLang="en-US" sz="2000" dirty="0">
                          <a:solidFill>
                            <a:srgbClr val="FF0000"/>
                          </a:solidFill>
                          <a:latin typeface="微软雅黑" panose="020B0503020204020204" pitchFamily="34" charset="-122"/>
                          <a:ea typeface="微软雅黑" panose="020B0503020204020204" pitchFamily="34" charset="-122"/>
                        </a:rPr>
                        <a:t>锁</a:t>
                      </a:r>
                      <a:r>
                        <a:rPr lang="zh-CN" altLang="en-US" sz="2000" dirty="0">
                          <a:latin typeface="微软雅黑" panose="020B0503020204020204" pitchFamily="34" charset="-122"/>
                          <a:ea typeface="微软雅黑" panose="020B0503020204020204" pitchFamily="34" charset="-122"/>
                        </a:rPr>
                        <a:t>，而</a:t>
                      </a:r>
                      <a:r>
                        <a:rPr lang="zh-CN" altLang="en-US" sz="2000" dirty="0">
                          <a:solidFill>
                            <a:srgbClr val="FF0000"/>
                          </a:solidFill>
                          <a:latin typeface="微软雅黑" panose="020B0503020204020204" pitchFamily="34" charset="-122"/>
                          <a:ea typeface="微软雅黑" panose="020B0503020204020204" pitchFamily="34" charset="-122"/>
                        </a:rPr>
                        <a:t>不能加</a:t>
                      </a:r>
                      <a:r>
                        <a:rPr lang="en-US" altLang="zh-CN" sz="2000" dirty="0">
                          <a:solidFill>
                            <a:srgbClr val="FF0000"/>
                          </a:solidFill>
                          <a:latin typeface="微软雅黑" panose="020B0503020204020204" pitchFamily="34" charset="-122"/>
                          <a:ea typeface="微软雅黑" panose="020B0503020204020204" pitchFamily="34" charset="-122"/>
                        </a:rPr>
                        <a:t>X</a:t>
                      </a:r>
                      <a:r>
                        <a:rPr lang="zh-CN" altLang="en-US" sz="2000" dirty="0">
                          <a:solidFill>
                            <a:srgbClr val="FF0000"/>
                          </a:solidFill>
                          <a:latin typeface="微软雅黑" panose="020B0503020204020204" pitchFamily="34" charset="-122"/>
                          <a:ea typeface="微软雅黑" panose="020B0503020204020204" pitchFamily="34" charset="-122"/>
                        </a:rPr>
                        <a:t>锁</a:t>
                      </a:r>
                      <a:r>
                        <a:rPr lang="zh-CN" altLang="en-US" sz="2000" dirty="0">
                          <a:latin typeface="微软雅黑" panose="020B0503020204020204" pitchFamily="34" charset="-122"/>
                          <a:ea typeface="微软雅黑" panose="020B0503020204020204" pitchFamily="34" charset="-122"/>
                        </a:rPr>
                        <a:t>，直到</a:t>
                      </a:r>
                      <a:r>
                        <a:rPr lang="en-US" altLang="zh-CN" sz="2000" dirty="0">
                          <a:latin typeface="微软雅黑" panose="020B0503020204020204" pitchFamily="34" charset="-122"/>
                          <a:ea typeface="微软雅黑" panose="020B0503020204020204" pitchFamily="34" charset="-122"/>
                        </a:rPr>
                        <a:t>T</a:t>
                      </a:r>
                      <a:r>
                        <a:rPr lang="zh-CN" altLang="en-US" sz="2000" dirty="0">
                          <a:latin typeface="微软雅黑" panose="020B0503020204020204" pitchFamily="34" charset="-122"/>
                          <a:ea typeface="微软雅黑" panose="020B0503020204020204" pitchFamily="34" charset="-122"/>
                        </a:rPr>
                        <a:t>释放</a:t>
                      </a:r>
                      <a:r>
                        <a:rPr lang="en-US" altLang="zh-CN" sz="2000" dirty="0">
                          <a:latin typeface="微软雅黑" panose="020B0503020204020204" pitchFamily="34" charset="-122"/>
                          <a:ea typeface="微软雅黑" panose="020B0503020204020204" pitchFamily="34" charset="-122"/>
                        </a:rPr>
                        <a:t>A</a:t>
                      </a:r>
                      <a:r>
                        <a:rPr lang="zh-CN" altLang="en-US" sz="2000" dirty="0">
                          <a:latin typeface="微软雅黑" panose="020B0503020204020204" pitchFamily="34" charset="-122"/>
                          <a:ea typeface="微软雅黑" panose="020B0503020204020204" pitchFamily="34" charset="-122"/>
                        </a:rPr>
                        <a:t>上的</a:t>
                      </a:r>
                      <a:r>
                        <a:rPr lang="en-US" altLang="zh-CN" sz="2000" dirty="0">
                          <a:latin typeface="微软雅黑" panose="020B0503020204020204" pitchFamily="34" charset="-122"/>
                          <a:ea typeface="微软雅黑" panose="020B0503020204020204" pitchFamily="34" charset="-122"/>
                        </a:rPr>
                        <a:t>S</a:t>
                      </a:r>
                      <a:r>
                        <a:rPr lang="zh-CN" altLang="en-US" sz="2000" dirty="0">
                          <a:latin typeface="微软雅黑" panose="020B0503020204020204" pitchFamily="34" charset="-122"/>
                          <a:ea typeface="微软雅黑" panose="020B0503020204020204" pitchFamily="34" charset="-122"/>
                        </a:rPr>
                        <a:t>锁。</a:t>
                      </a:r>
                      <a:endParaRPr lang="en-US" altLang="zh-CN" sz="2000" dirty="0">
                        <a:latin typeface="微软雅黑" panose="020B0503020204020204" pitchFamily="34" charset="-122"/>
                        <a:ea typeface="微软雅黑" panose="020B0503020204020204" pitchFamily="34" charset="-122"/>
                      </a:endParaRPr>
                    </a:p>
                    <a:p>
                      <a:pPr marL="285750" indent="-285750">
                        <a:lnSpc>
                          <a:spcPct val="120000"/>
                        </a:lnSpc>
                        <a:buFont typeface="Arial" panose="020B0604020202020204" pitchFamily="34" charset="0"/>
                        <a:buChar char="•"/>
                      </a:pPr>
                      <a:endParaRPr lang="zh-CN" altLang="en-US" sz="1000" dirty="0">
                        <a:latin typeface="微软雅黑" panose="020B0503020204020204" pitchFamily="34" charset="-122"/>
                        <a:ea typeface="微软雅黑" panose="020B0503020204020204" pitchFamily="34" charset="-122"/>
                      </a:endParaRPr>
                    </a:p>
                    <a:p>
                      <a:pPr marL="285750" indent="-285750">
                        <a:lnSpc>
                          <a:spcPct val="12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保证其他事务可以读</a:t>
                      </a:r>
                      <a:r>
                        <a:rPr lang="en-US" altLang="zh-CN" sz="2000" dirty="0">
                          <a:latin typeface="微软雅黑" panose="020B0503020204020204" pitchFamily="34" charset="-122"/>
                          <a:ea typeface="微软雅黑" panose="020B0503020204020204" pitchFamily="34" charset="-122"/>
                        </a:rPr>
                        <a:t>A</a:t>
                      </a:r>
                      <a:r>
                        <a:rPr lang="zh-CN" altLang="en-US" sz="2000" dirty="0">
                          <a:latin typeface="微软雅黑" panose="020B0503020204020204" pitchFamily="34" charset="-122"/>
                          <a:ea typeface="微软雅黑" panose="020B0503020204020204" pitchFamily="34" charset="-122"/>
                        </a:rPr>
                        <a:t>，但在</a:t>
                      </a:r>
                      <a:r>
                        <a:rPr lang="en-US" altLang="zh-CN" sz="2000" dirty="0">
                          <a:latin typeface="微软雅黑" panose="020B0503020204020204" pitchFamily="34" charset="-122"/>
                          <a:ea typeface="微软雅黑" panose="020B0503020204020204" pitchFamily="34" charset="-122"/>
                        </a:rPr>
                        <a:t>T</a:t>
                      </a:r>
                      <a:r>
                        <a:rPr lang="zh-CN" altLang="en-US" sz="2000" dirty="0">
                          <a:latin typeface="微软雅黑" panose="020B0503020204020204" pitchFamily="34" charset="-122"/>
                          <a:ea typeface="微软雅黑" panose="020B0503020204020204" pitchFamily="34" charset="-122"/>
                        </a:rPr>
                        <a:t>释放</a:t>
                      </a:r>
                      <a:r>
                        <a:rPr lang="en-US" altLang="zh-CN" sz="2000" dirty="0">
                          <a:latin typeface="微软雅黑" panose="020B0503020204020204" pitchFamily="34" charset="-122"/>
                          <a:ea typeface="微软雅黑" panose="020B0503020204020204" pitchFamily="34" charset="-122"/>
                        </a:rPr>
                        <a:t>A</a:t>
                      </a:r>
                      <a:r>
                        <a:rPr lang="zh-CN" altLang="en-US" sz="2000" dirty="0">
                          <a:latin typeface="微软雅黑" panose="020B0503020204020204" pitchFamily="34" charset="-122"/>
                          <a:ea typeface="微软雅黑" panose="020B0503020204020204" pitchFamily="34" charset="-122"/>
                        </a:rPr>
                        <a:t>上的</a:t>
                      </a:r>
                      <a:r>
                        <a:rPr lang="en-US" altLang="zh-CN" sz="2000" dirty="0">
                          <a:latin typeface="微软雅黑" panose="020B0503020204020204" pitchFamily="34" charset="-122"/>
                          <a:ea typeface="微软雅黑" panose="020B0503020204020204" pitchFamily="34" charset="-122"/>
                        </a:rPr>
                        <a:t>S</a:t>
                      </a:r>
                      <a:r>
                        <a:rPr lang="zh-CN" altLang="en-US" sz="2000" dirty="0">
                          <a:latin typeface="微软雅黑" panose="020B0503020204020204" pitchFamily="34" charset="-122"/>
                          <a:ea typeface="微软雅黑" panose="020B0503020204020204" pitchFamily="34" charset="-122"/>
                        </a:rPr>
                        <a:t>锁之前不能对</a:t>
                      </a:r>
                      <a:r>
                        <a:rPr lang="en-US" altLang="zh-CN" sz="2000" dirty="0">
                          <a:latin typeface="微软雅黑" panose="020B0503020204020204" pitchFamily="34" charset="-122"/>
                          <a:ea typeface="微软雅黑" panose="020B0503020204020204" pitchFamily="34" charset="-122"/>
                        </a:rPr>
                        <a:t>A</a:t>
                      </a:r>
                      <a:r>
                        <a:rPr lang="zh-CN" altLang="en-US" sz="2000" dirty="0">
                          <a:latin typeface="微软雅黑" panose="020B0503020204020204" pitchFamily="34" charset="-122"/>
                          <a:ea typeface="微软雅黑" panose="020B0503020204020204" pitchFamily="34" charset="-122"/>
                        </a:rPr>
                        <a:t>做任何修改。</a:t>
                      </a:r>
                    </a:p>
                  </a:txBody>
                  <a:tcPr/>
                </a:tc>
                <a:extLst>
                  <a:ext uri="{0D108BD9-81ED-4DB2-BD59-A6C34878D82A}">
                    <a16:rowId xmlns:a16="http://schemas.microsoft.com/office/drawing/2014/main" val="3315717270"/>
                  </a:ext>
                </a:extLst>
              </a:tr>
            </a:tbl>
          </a:graphicData>
        </a:graphic>
      </p:graphicFrame>
    </p:spTree>
    <p:extLst>
      <p:ext uri="{BB962C8B-B14F-4D97-AF65-F5344CB8AC3E}">
        <p14:creationId xmlns:p14="http://schemas.microsoft.com/office/powerpoint/2010/main" val="13836412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2"/>
          <p:cNvSpPr>
            <a:spLocks noGrp="1"/>
          </p:cNvSpPr>
          <p:nvPr>
            <p:ph type="title"/>
          </p:nvPr>
        </p:nvSpPr>
        <p:spPr/>
        <p:txBody>
          <a:bodyPr/>
          <a:lstStyle/>
          <a:p>
            <a:r>
              <a:rPr lang="en-US" altLang="zh-CN"/>
              <a:t>11.3  </a:t>
            </a:r>
            <a:r>
              <a:rPr lang="zh-CN" altLang="en-US"/>
              <a:t>封锁协议</a:t>
            </a:r>
          </a:p>
        </p:txBody>
      </p:sp>
      <p:sp>
        <p:nvSpPr>
          <p:cNvPr id="4" name="内容占位符 3"/>
          <p:cNvSpPr>
            <a:spLocks noGrp="1"/>
          </p:cNvSpPr>
          <p:nvPr>
            <p:ph idx="1"/>
          </p:nvPr>
        </p:nvSpPr>
        <p:spPr/>
        <p:txBody>
          <a:bodyPr/>
          <a:lstStyle/>
          <a:p>
            <a:r>
              <a:rPr lang="zh-CN" altLang="en-US" dirty="0">
                <a:solidFill>
                  <a:srgbClr val="0000FF"/>
                </a:solidFill>
              </a:rPr>
              <a:t>什么是封锁协议</a:t>
            </a:r>
            <a:r>
              <a:rPr lang="en-US" altLang="zh-CN" dirty="0">
                <a:solidFill>
                  <a:srgbClr val="0000FF"/>
                </a:solidFill>
              </a:rPr>
              <a:t>?</a:t>
            </a:r>
            <a:endParaRPr lang="zh-CN" altLang="en-US" dirty="0">
              <a:solidFill>
                <a:srgbClr val="0000FF"/>
              </a:solidFill>
            </a:endParaRPr>
          </a:p>
          <a:p>
            <a:pPr lvl="1"/>
            <a:r>
              <a:rPr lang="zh-CN" altLang="en-US" dirty="0"/>
              <a:t>在运用</a:t>
            </a:r>
            <a:r>
              <a:rPr lang="en-US" altLang="zh-CN" dirty="0"/>
              <a:t>X</a:t>
            </a:r>
            <a:r>
              <a:rPr lang="zh-CN" altLang="en-US" dirty="0"/>
              <a:t>锁和</a:t>
            </a:r>
            <a:r>
              <a:rPr lang="en-US" altLang="zh-CN" dirty="0"/>
              <a:t>S</a:t>
            </a:r>
            <a:r>
              <a:rPr lang="zh-CN" altLang="en-US" dirty="0"/>
              <a:t>锁对数据对象加锁时，需要约定一些规则，</a:t>
            </a:r>
            <a:r>
              <a:rPr lang="zh-CN" altLang="en-US" u="sng" dirty="0">
                <a:solidFill>
                  <a:srgbClr val="FF0000"/>
                </a:solidFill>
              </a:rPr>
              <a:t>这些规则为封锁协议</a:t>
            </a:r>
            <a:r>
              <a:rPr lang="zh-CN" altLang="en-US" dirty="0"/>
              <a:t>。</a:t>
            </a:r>
            <a:endParaRPr lang="en-US" altLang="zh-CN" dirty="0"/>
          </a:p>
          <a:p>
            <a:pPr lvl="2"/>
            <a:r>
              <a:rPr lang="zh-CN" altLang="en-US" sz="2000" dirty="0">
                <a:solidFill>
                  <a:srgbClr val="FF0000"/>
                </a:solidFill>
              </a:rPr>
              <a:t>何时申请</a:t>
            </a:r>
            <a:r>
              <a:rPr lang="en-US" altLang="zh-CN" sz="2000" dirty="0"/>
              <a:t>X</a:t>
            </a:r>
            <a:r>
              <a:rPr lang="zh-CN" altLang="en-US" sz="2000" dirty="0"/>
              <a:t>锁或</a:t>
            </a:r>
            <a:r>
              <a:rPr lang="en-US" altLang="zh-CN" sz="2000" dirty="0"/>
              <a:t>S</a:t>
            </a:r>
            <a:r>
              <a:rPr lang="zh-CN" altLang="en-US" sz="2000" dirty="0"/>
              <a:t>锁</a:t>
            </a:r>
          </a:p>
          <a:p>
            <a:pPr lvl="2"/>
            <a:r>
              <a:rPr lang="zh-CN" altLang="en-US" sz="2000" dirty="0">
                <a:solidFill>
                  <a:srgbClr val="FF0000"/>
                </a:solidFill>
              </a:rPr>
              <a:t>持锁时间</a:t>
            </a:r>
          </a:p>
          <a:p>
            <a:pPr lvl="2"/>
            <a:r>
              <a:rPr lang="zh-CN" altLang="en-US" sz="2000" dirty="0">
                <a:solidFill>
                  <a:srgbClr val="FF0000"/>
                </a:solidFill>
              </a:rPr>
              <a:t>何时释放</a:t>
            </a:r>
            <a:endParaRPr lang="en-US" altLang="zh-CN" sz="2000" dirty="0">
              <a:solidFill>
                <a:srgbClr val="FF0000"/>
              </a:solidFill>
            </a:endParaRPr>
          </a:p>
          <a:p>
            <a:r>
              <a:rPr lang="zh-CN" altLang="en-US" dirty="0"/>
              <a:t>对封锁方式规定不同的规则，就形成了各种不同的封锁协议，它们分别在不同的程度上为并发操作的正确调度提供一定的保证。</a:t>
            </a:r>
            <a:endParaRPr lang="en-US" altLang="zh-CN" dirty="0"/>
          </a:p>
          <a:p>
            <a:pPr marL="0" indent="0">
              <a:buNone/>
            </a:pPr>
            <a:endParaRPr lang="en-US" altLang="zh-CN" sz="800" dirty="0"/>
          </a:p>
          <a:p>
            <a:r>
              <a:rPr lang="zh-CN" altLang="en-US" dirty="0"/>
              <a:t>本节介绍</a:t>
            </a:r>
            <a:r>
              <a:rPr lang="zh-CN" altLang="en-US" u="sng" dirty="0">
                <a:solidFill>
                  <a:srgbClr val="FF0000"/>
                </a:solidFill>
              </a:rPr>
              <a:t>三级封锁协议</a:t>
            </a:r>
            <a:endParaRPr lang="en-US" altLang="zh-CN" dirty="0">
              <a:solidFill>
                <a:srgbClr val="FF0000"/>
              </a:solidFill>
            </a:endParaRPr>
          </a:p>
        </p:txBody>
      </p:sp>
      <p:sp>
        <p:nvSpPr>
          <p:cNvPr id="6" name="灯片编号占位符 5"/>
          <p:cNvSpPr>
            <a:spLocks noGrp="1"/>
          </p:cNvSpPr>
          <p:nvPr>
            <p:ph type="sldNum" sz="quarter" idx="12"/>
          </p:nvPr>
        </p:nvSpPr>
        <p:spPr/>
        <p:txBody>
          <a:bodyPr/>
          <a:lstStyle/>
          <a:p>
            <a:fld id="{47C9E101-E51D-431E-84FA-C029B8655B60}" type="slidenum">
              <a:rPr lang="zh-CN" altLang="en-US" smtClean="0"/>
              <a:pPr/>
              <a:t>14</a:t>
            </a:fld>
            <a:endParaRPr lang="zh-CN" altLang="en-US" dirty="0"/>
          </a:p>
        </p:txBody>
      </p:sp>
    </p:spTree>
    <p:extLst>
      <p:ext uri="{BB962C8B-B14F-4D97-AF65-F5344CB8AC3E}">
        <p14:creationId xmlns:p14="http://schemas.microsoft.com/office/powerpoint/2010/main" val="16912996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5"/>
          <p:cNvSpPr>
            <a:spLocks noGrp="1"/>
          </p:cNvSpPr>
          <p:nvPr>
            <p:ph type="title"/>
          </p:nvPr>
        </p:nvSpPr>
        <p:spPr/>
        <p:txBody>
          <a:bodyPr/>
          <a:lstStyle/>
          <a:p>
            <a:r>
              <a:rPr lang="zh-CN" altLang="en-US" dirty="0"/>
              <a:t>封锁协议</a:t>
            </a:r>
          </a:p>
        </p:txBody>
      </p:sp>
      <p:sp>
        <p:nvSpPr>
          <p:cNvPr id="30723" name="内容占位符 6"/>
          <p:cNvSpPr>
            <a:spLocks noGrp="1"/>
          </p:cNvSpPr>
          <p:nvPr>
            <p:ph idx="1"/>
          </p:nvPr>
        </p:nvSpPr>
        <p:spPr/>
        <p:txBody>
          <a:bodyPr/>
          <a:lstStyle/>
          <a:p>
            <a:r>
              <a:rPr lang="zh-CN" altLang="en-US" dirty="0">
                <a:solidFill>
                  <a:srgbClr val="FF0000"/>
                </a:solidFill>
              </a:rPr>
              <a:t>三类封锁协议的主要区别</a:t>
            </a:r>
            <a:endParaRPr lang="en-US" altLang="zh-CN" dirty="0">
              <a:solidFill>
                <a:srgbClr val="FF0000"/>
              </a:solidFill>
            </a:endParaRPr>
          </a:p>
          <a:p>
            <a:pPr lvl="1"/>
            <a:r>
              <a:rPr lang="zh-CN" altLang="en-US" dirty="0"/>
              <a:t>是在于什么操作需要申请封锁</a:t>
            </a:r>
          </a:p>
          <a:p>
            <a:pPr lvl="1"/>
            <a:r>
              <a:rPr lang="zh-CN" altLang="en-US" dirty="0"/>
              <a:t>何时释放锁</a:t>
            </a:r>
            <a:r>
              <a:rPr lang="en-US" altLang="zh-CN" dirty="0"/>
              <a:t>(</a:t>
            </a:r>
            <a:r>
              <a:rPr lang="zh-CN" altLang="en-US" dirty="0"/>
              <a:t>即持锁时间</a:t>
            </a:r>
            <a:r>
              <a:rPr lang="en-US" altLang="zh-CN" dirty="0"/>
              <a:t>)</a:t>
            </a:r>
          </a:p>
          <a:p>
            <a:r>
              <a:rPr lang="zh-CN" altLang="zh-CN" dirty="0">
                <a:solidFill>
                  <a:srgbClr val="FF0000"/>
                </a:solidFill>
              </a:rPr>
              <a:t>不同的封锁协议使事务达到的一致性级别不同</a:t>
            </a:r>
            <a:endParaRPr lang="en-US" altLang="zh-CN" dirty="0">
              <a:solidFill>
                <a:srgbClr val="FF0000"/>
              </a:solidFill>
            </a:endParaRPr>
          </a:p>
          <a:p>
            <a:pPr lvl="1"/>
            <a:r>
              <a:rPr lang="zh-CN" altLang="en-US" dirty="0"/>
              <a:t>封锁协议级别越高，一致性程度越高</a:t>
            </a:r>
          </a:p>
        </p:txBody>
      </p:sp>
      <p:sp>
        <p:nvSpPr>
          <p:cNvPr id="5" name="灯片编号占位符 4"/>
          <p:cNvSpPr>
            <a:spLocks noGrp="1"/>
          </p:cNvSpPr>
          <p:nvPr>
            <p:ph type="sldNum" sz="quarter" idx="12"/>
          </p:nvPr>
        </p:nvSpPr>
        <p:spPr/>
        <p:txBody>
          <a:bodyPr/>
          <a:lstStyle/>
          <a:p>
            <a:fld id="{47C9E101-E51D-431E-84FA-C029B8655B60}" type="slidenum">
              <a:rPr lang="zh-CN" altLang="en-US" smtClean="0"/>
              <a:pPr/>
              <a:t>15</a:t>
            </a:fld>
            <a:endParaRPr lang="zh-CN" altLang="en-US" dirty="0"/>
          </a:p>
        </p:txBody>
      </p:sp>
      <p:pic>
        <p:nvPicPr>
          <p:cNvPr id="3072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1794" y="3911511"/>
            <a:ext cx="8658225"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290842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1A4BD2-793D-4F89-91CC-C90A3FC33D20}"/>
              </a:ext>
            </a:extLst>
          </p:cNvPr>
          <p:cNvSpPr>
            <a:spLocks noGrp="1"/>
          </p:cNvSpPr>
          <p:nvPr>
            <p:ph type="title"/>
          </p:nvPr>
        </p:nvSpPr>
        <p:spPr/>
        <p:txBody>
          <a:bodyPr/>
          <a:lstStyle/>
          <a:p>
            <a:r>
              <a:rPr lang="en-US" altLang="zh-CN" dirty="0"/>
              <a:t>11.4  </a:t>
            </a:r>
            <a:r>
              <a:rPr lang="zh-CN" altLang="en-US" dirty="0"/>
              <a:t>活锁和死锁</a:t>
            </a:r>
          </a:p>
        </p:txBody>
      </p:sp>
      <p:sp>
        <p:nvSpPr>
          <p:cNvPr id="3" name="内容占位符 2">
            <a:extLst>
              <a:ext uri="{FF2B5EF4-FFF2-40B4-BE49-F238E27FC236}">
                <a16:creationId xmlns:a16="http://schemas.microsoft.com/office/drawing/2014/main" id="{8D88E532-BEB6-49BA-8ED1-CA2953CDFAF9}"/>
              </a:ext>
            </a:extLst>
          </p:cNvPr>
          <p:cNvSpPr>
            <a:spLocks noGrp="1"/>
          </p:cNvSpPr>
          <p:nvPr>
            <p:ph idx="1"/>
          </p:nvPr>
        </p:nvSpPr>
        <p:spPr/>
        <p:txBody>
          <a:bodyPr/>
          <a:lstStyle/>
          <a:p>
            <a:r>
              <a:rPr lang="zh-CN" altLang="en-US" dirty="0"/>
              <a:t>封锁技术可以有效地解决并发操作的一致性问题，但也带来一些新的问题</a:t>
            </a:r>
          </a:p>
          <a:p>
            <a:pPr lvl="1"/>
            <a:r>
              <a:rPr lang="zh-CN" altLang="en-US" dirty="0">
                <a:solidFill>
                  <a:srgbClr val="FF0000"/>
                </a:solidFill>
              </a:rPr>
              <a:t>死锁</a:t>
            </a:r>
          </a:p>
          <a:p>
            <a:pPr lvl="1"/>
            <a:r>
              <a:rPr lang="zh-CN" altLang="en-US" dirty="0">
                <a:solidFill>
                  <a:srgbClr val="FF0000"/>
                </a:solidFill>
              </a:rPr>
              <a:t>活锁</a:t>
            </a:r>
          </a:p>
        </p:txBody>
      </p:sp>
      <p:sp>
        <p:nvSpPr>
          <p:cNvPr id="4" name="灯片编号占位符 3">
            <a:extLst>
              <a:ext uri="{FF2B5EF4-FFF2-40B4-BE49-F238E27FC236}">
                <a16:creationId xmlns:a16="http://schemas.microsoft.com/office/drawing/2014/main" id="{9091141D-86E0-46B1-84E0-7DE39B8572E0}"/>
              </a:ext>
            </a:extLst>
          </p:cNvPr>
          <p:cNvSpPr>
            <a:spLocks noGrp="1"/>
          </p:cNvSpPr>
          <p:nvPr>
            <p:ph type="sldNum" sz="quarter" idx="12"/>
          </p:nvPr>
        </p:nvSpPr>
        <p:spPr/>
        <p:txBody>
          <a:bodyPr/>
          <a:lstStyle/>
          <a:p>
            <a:fld id="{47C9E101-E51D-431E-84FA-C029B8655B60}" type="slidenum">
              <a:rPr lang="zh-CN" altLang="en-US" smtClean="0"/>
              <a:pPr/>
              <a:t>16</a:t>
            </a:fld>
            <a:endParaRPr lang="zh-CN" altLang="en-US" dirty="0"/>
          </a:p>
        </p:txBody>
      </p:sp>
    </p:spTree>
    <p:extLst>
      <p:ext uri="{BB962C8B-B14F-4D97-AF65-F5344CB8AC3E}">
        <p14:creationId xmlns:p14="http://schemas.microsoft.com/office/powerpoint/2010/main" val="26810053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550310-B2A3-48FE-93CC-10110ED0D3A0}"/>
              </a:ext>
            </a:extLst>
          </p:cNvPr>
          <p:cNvSpPr>
            <a:spLocks noGrp="1"/>
          </p:cNvSpPr>
          <p:nvPr>
            <p:ph type="title"/>
          </p:nvPr>
        </p:nvSpPr>
        <p:spPr/>
        <p:txBody>
          <a:bodyPr/>
          <a:lstStyle/>
          <a:p>
            <a:r>
              <a:rPr lang="zh-CN" altLang="en-US" dirty="0"/>
              <a:t>活锁和死锁</a:t>
            </a:r>
          </a:p>
        </p:txBody>
      </p:sp>
      <p:sp>
        <p:nvSpPr>
          <p:cNvPr id="4" name="灯片编号占位符 3">
            <a:extLst>
              <a:ext uri="{FF2B5EF4-FFF2-40B4-BE49-F238E27FC236}">
                <a16:creationId xmlns:a16="http://schemas.microsoft.com/office/drawing/2014/main" id="{3F090DC2-AF1C-48D1-A9A6-F0D7897674BE}"/>
              </a:ext>
            </a:extLst>
          </p:cNvPr>
          <p:cNvSpPr>
            <a:spLocks noGrp="1"/>
          </p:cNvSpPr>
          <p:nvPr>
            <p:ph type="sldNum" sz="quarter" idx="12"/>
          </p:nvPr>
        </p:nvSpPr>
        <p:spPr/>
        <p:txBody>
          <a:bodyPr/>
          <a:lstStyle/>
          <a:p>
            <a:fld id="{E63F6D5D-9733-4D44-9C56-AEFEDD5A4BA7}" type="slidenum">
              <a:rPr lang="en-US" smtClean="0"/>
              <a:pPr/>
              <a:t>17</a:t>
            </a:fld>
            <a:endParaRPr lang="en-US" dirty="0"/>
          </a:p>
        </p:txBody>
      </p:sp>
      <p:sp>
        <p:nvSpPr>
          <p:cNvPr id="6" name="内容占位符 5">
            <a:extLst>
              <a:ext uri="{FF2B5EF4-FFF2-40B4-BE49-F238E27FC236}">
                <a16:creationId xmlns:a16="http://schemas.microsoft.com/office/drawing/2014/main" id="{8420E987-1833-4B72-A994-407BA40EE6E2}"/>
              </a:ext>
            </a:extLst>
          </p:cNvPr>
          <p:cNvSpPr>
            <a:spLocks noGrp="1"/>
          </p:cNvSpPr>
          <p:nvPr>
            <p:ph idx="1"/>
          </p:nvPr>
        </p:nvSpPr>
        <p:spPr/>
        <p:txBody>
          <a:bodyPr/>
          <a:lstStyle/>
          <a:p>
            <a:r>
              <a:rPr lang="zh-CN" altLang="en-US">
                <a:solidFill>
                  <a:srgbClr val="FF0000"/>
                </a:solidFill>
              </a:rPr>
              <a:t>活锁</a:t>
            </a:r>
          </a:p>
        </p:txBody>
      </p:sp>
      <p:graphicFrame>
        <p:nvGraphicFramePr>
          <p:cNvPr id="7" name="表格 6">
            <a:extLst>
              <a:ext uri="{FF2B5EF4-FFF2-40B4-BE49-F238E27FC236}">
                <a16:creationId xmlns:a16="http://schemas.microsoft.com/office/drawing/2014/main" id="{FD02CD8F-2CBD-4073-9886-31B9DA866AB7}"/>
              </a:ext>
            </a:extLst>
          </p:cNvPr>
          <p:cNvGraphicFramePr>
            <a:graphicFrameLocks noGrp="1"/>
          </p:cNvGraphicFramePr>
          <p:nvPr>
            <p:extLst/>
          </p:nvPr>
        </p:nvGraphicFramePr>
        <p:xfrm>
          <a:off x="1066800" y="1807931"/>
          <a:ext cx="6003866" cy="4584282"/>
        </p:xfrm>
        <a:graphic>
          <a:graphicData uri="http://schemas.openxmlformats.org/drawingml/2006/table">
            <a:tbl>
              <a:tblPr>
                <a:effectLst/>
                <a:tableStyleId>{5C22544A-7EE6-4342-B048-85BDC9FD1C3A}</a:tableStyleId>
              </a:tblPr>
              <a:tblGrid>
                <a:gridCol w="1236220">
                  <a:extLst>
                    <a:ext uri="{9D8B030D-6E8A-4147-A177-3AD203B41FA5}">
                      <a16:colId xmlns:a16="http://schemas.microsoft.com/office/drawing/2014/main" val="20000"/>
                    </a:ext>
                  </a:extLst>
                </a:gridCol>
                <a:gridCol w="1588476">
                  <a:extLst>
                    <a:ext uri="{9D8B030D-6E8A-4147-A177-3AD203B41FA5}">
                      <a16:colId xmlns:a16="http://schemas.microsoft.com/office/drawing/2014/main" val="20001"/>
                    </a:ext>
                  </a:extLst>
                </a:gridCol>
                <a:gridCol w="1589585">
                  <a:extLst>
                    <a:ext uri="{9D8B030D-6E8A-4147-A177-3AD203B41FA5}">
                      <a16:colId xmlns:a16="http://schemas.microsoft.com/office/drawing/2014/main" val="20002"/>
                    </a:ext>
                  </a:extLst>
                </a:gridCol>
                <a:gridCol w="1589585">
                  <a:extLst>
                    <a:ext uri="{9D8B030D-6E8A-4147-A177-3AD203B41FA5}">
                      <a16:colId xmlns:a16="http://schemas.microsoft.com/office/drawing/2014/main" val="20003"/>
                    </a:ext>
                  </a:extLst>
                </a:gridCol>
              </a:tblGrid>
              <a:tr h="368902">
                <a:tc>
                  <a:txBody>
                    <a:bodyPr/>
                    <a:lstStyle/>
                    <a:p>
                      <a:pPr algn="ctr">
                        <a:spcAft>
                          <a:spcPts val="0"/>
                        </a:spcAft>
                      </a:pPr>
                      <a:r>
                        <a:rPr lang="en-US" sz="2400" b="0" kern="100" dirty="0">
                          <a:solidFill>
                            <a:srgbClr val="0000FF"/>
                          </a:solidFill>
                          <a:effectLst/>
                          <a:latin typeface="微软雅黑" panose="020B0503020204020204" pitchFamily="34" charset="-122"/>
                          <a:ea typeface="微软雅黑" panose="020B0503020204020204" pitchFamily="34" charset="-122"/>
                        </a:rPr>
                        <a:t>T</a:t>
                      </a:r>
                      <a:r>
                        <a:rPr lang="en-US" sz="2400" b="0" kern="100" baseline="-25000" dirty="0">
                          <a:solidFill>
                            <a:srgbClr val="0000FF"/>
                          </a:solidFill>
                          <a:effectLst/>
                          <a:latin typeface="微软雅黑" panose="020B0503020204020204" pitchFamily="34" charset="-122"/>
                          <a:ea typeface="微软雅黑" panose="020B0503020204020204" pitchFamily="34" charset="-122"/>
                        </a:rPr>
                        <a:t>1</a:t>
                      </a:r>
                      <a:endParaRPr lang="zh-CN" sz="2400" b="0" kern="100" dirty="0">
                        <a:solidFill>
                          <a:srgbClr val="0000FF"/>
                        </a:solidFill>
                        <a:effectLst/>
                        <a:latin typeface="微软雅黑" panose="020B0503020204020204" pitchFamily="34" charset="-122"/>
                        <a:ea typeface="微软雅黑" panose="020B0503020204020204" pitchFamily="34" charset="-122"/>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a:spcAft>
                          <a:spcPts val="0"/>
                        </a:spcAft>
                      </a:pPr>
                      <a:r>
                        <a:rPr lang="en-US" sz="2400" b="0" kern="100" dirty="0">
                          <a:solidFill>
                            <a:srgbClr val="0000FF"/>
                          </a:solidFill>
                          <a:effectLst/>
                          <a:latin typeface="微软雅黑" panose="020B0503020204020204" pitchFamily="34" charset="-122"/>
                          <a:ea typeface="微软雅黑" panose="020B0503020204020204" pitchFamily="34" charset="-122"/>
                        </a:rPr>
                        <a:t>T</a:t>
                      </a:r>
                      <a:r>
                        <a:rPr lang="en-US" sz="2400" b="0" kern="100" baseline="-25000" dirty="0">
                          <a:solidFill>
                            <a:srgbClr val="0000FF"/>
                          </a:solidFill>
                          <a:effectLst/>
                          <a:latin typeface="微软雅黑" panose="020B0503020204020204" pitchFamily="34" charset="-122"/>
                          <a:ea typeface="微软雅黑" panose="020B0503020204020204" pitchFamily="34" charset="-122"/>
                        </a:rPr>
                        <a:t>2</a:t>
                      </a:r>
                      <a:endParaRPr lang="zh-CN" sz="2400" b="0" kern="100" dirty="0">
                        <a:solidFill>
                          <a:srgbClr val="0000FF"/>
                        </a:solidFill>
                        <a:effectLst/>
                        <a:latin typeface="微软雅黑" panose="020B0503020204020204" pitchFamily="34" charset="-122"/>
                        <a:ea typeface="微软雅黑" panose="020B0503020204020204" pitchFamily="34" charset="-122"/>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a:spcAft>
                          <a:spcPts val="0"/>
                        </a:spcAft>
                      </a:pPr>
                      <a:r>
                        <a:rPr lang="en-US" sz="2400" b="0" kern="100" dirty="0">
                          <a:solidFill>
                            <a:srgbClr val="0000FF"/>
                          </a:solidFill>
                          <a:effectLst/>
                          <a:latin typeface="微软雅黑" panose="020B0503020204020204" pitchFamily="34" charset="-122"/>
                          <a:ea typeface="微软雅黑" panose="020B0503020204020204" pitchFamily="34" charset="-122"/>
                        </a:rPr>
                        <a:t>T</a:t>
                      </a:r>
                      <a:r>
                        <a:rPr lang="en-US" sz="2400" b="0" kern="100" baseline="-25000" dirty="0">
                          <a:solidFill>
                            <a:srgbClr val="0000FF"/>
                          </a:solidFill>
                          <a:effectLst/>
                          <a:latin typeface="微软雅黑" panose="020B0503020204020204" pitchFamily="34" charset="-122"/>
                          <a:ea typeface="微软雅黑" panose="020B0503020204020204" pitchFamily="34" charset="-122"/>
                        </a:rPr>
                        <a:t>3</a:t>
                      </a:r>
                      <a:endParaRPr lang="zh-CN" sz="2400" b="0" kern="100" dirty="0">
                        <a:solidFill>
                          <a:srgbClr val="0000FF"/>
                        </a:solidFill>
                        <a:effectLst/>
                        <a:latin typeface="微软雅黑" panose="020B0503020204020204" pitchFamily="34" charset="-122"/>
                        <a:ea typeface="微软雅黑" panose="020B0503020204020204" pitchFamily="34" charset="-122"/>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a:spcAft>
                          <a:spcPts val="0"/>
                        </a:spcAft>
                      </a:pPr>
                      <a:r>
                        <a:rPr lang="en-US" sz="2400" b="0" kern="100" dirty="0">
                          <a:solidFill>
                            <a:srgbClr val="0000FF"/>
                          </a:solidFill>
                          <a:effectLst/>
                          <a:latin typeface="微软雅黑" panose="020B0503020204020204" pitchFamily="34" charset="-122"/>
                          <a:ea typeface="微软雅黑" panose="020B0503020204020204" pitchFamily="34" charset="-122"/>
                        </a:rPr>
                        <a:t>T</a:t>
                      </a:r>
                      <a:r>
                        <a:rPr lang="en-US" sz="2400" b="0" kern="100" baseline="-25000" dirty="0">
                          <a:solidFill>
                            <a:srgbClr val="0000FF"/>
                          </a:solidFill>
                          <a:effectLst/>
                          <a:latin typeface="微软雅黑" panose="020B0503020204020204" pitchFamily="34" charset="-122"/>
                          <a:ea typeface="微软雅黑" panose="020B0503020204020204" pitchFamily="34" charset="-122"/>
                        </a:rPr>
                        <a:t>4</a:t>
                      </a:r>
                      <a:endParaRPr lang="zh-CN" sz="2400" b="0" kern="100" dirty="0">
                        <a:solidFill>
                          <a:srgbClr val="0000FF"/>
                        </a:solidFill>
                        <a:effectLst/>
                        <a:latin typeface="微软雅黑" panose="020B0503020204020204" pitchFamily="34" charset="-122"/>
                        <a:ea typeface="微软雅黑" panose="020B0503020204020204" pitchFamily="34" charset="-122"/>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862580">
                <a:tc>
                  <a:txBody>
                    <a:bodyPr/>
                    <a:lstStyle/>
                    <a:p>
                      <a:pPr algn="ctr">
                        <a:spcAft>
                          <a:spcPts val="0"/>
                        </a:spcAft>
                      </a:pPr>
                      <a:r>
                        <a:rPr lang="en-US" sz="2000" b="0" kern="100" dirty="0">
                          <a:solidFill>
                            <a:srgbClr val="0000FF"/>
                          </a:solidFill>
                          <a:effectLst/>
                          <a:latin typeface="微软雅黑" panose="020B0503020204020204" pitchFamily="34" charset="-122"/>
                          <a:ea typeface="微软雅黑" panose="020B0503020204020204" pitchFamily="34" charset="-122"/>
                        </a:rPr>
                        <a:t>Lock R</a:t>
                      </a:r>
                      <a:endParaRPr lang="zh-CN" sz="2000" b="0" kern="100" dirty="0">
                        <a:solidFill>
                          <a:srgbClr val="0000FF"/>
                        </a:solidFill>
                        <a:effectLst/>
                        <a:latin typeface="微软雅黑" panose="020B0503020204020204" pitchFamily="34" charset="-122"/>
                        <a:ea typeface="微软雅黑" panose="020B0503020204020204" pitchFamily="34" charset="-122"/>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noFill/>
                  </a:tcPr>
                </a:tc>
                <a:tc>
                  <a:txBody>
                    <a:bodyPr/>
                    <a:lstStyle/>
                    <a:p>
                      <a:pPr algn="ctr">
                        <a:spcAft>
                          <a:spcPts val="0"/>
                        </a:spcAft>
                      </a:pPr>
                      <a:r>
                        <a:rPr lang="zh-CN" sz="2000" b="0" kern="100" dirty="0">
                          <a:solidFill>
                            <a:srgbClr val="0000FF"/>
                          </a:solidFill>
                          <a:effectLst/>
                          <a:latin typeface="微软雅黑" panose="020B0503020204020204" pitchFamily="34" charset="-122"/>
                          <a:ea typeface="微软雅黑" panose="020B0503020204020204" pitchFamily="34" charset="-122"/>
                        </a:rPr>
                        <a:t>•</a:t>
                      </a:r>
                      <a:endParaRPr lang="en-US" altLang="zh-CN" sz="2000" b="0" kern="100" dirty="0">
                        <a:solidFill>
                          <a:srgbClr val="0000FF"/>
                        </a:solidFill>
                        <a:effectLst/>
                        <a:latin typeface="微软雅黑" panose="020B0503020204020204" pitchFamily="34" charset="-122"/>
                        <a:ea typeface="微软雅黑" panose="020B0503020204020204" pitchFamily="34" charset="-122"/>
                      </a:endParaRPr>
                    </a:p>
                    <a:p>
                      <a:pPr marL="0" marR="0" indent="0" algn="ctr" defTabSz="914400" rtl="0" eaLnBrk="1" fontAlgn="auto" latinLnBrk="0" hangingPunct="1">
                        <a:lnSpc>
                          <a:spcPct val="100000"/>
                        </a:lnSpc>
                        <a:spcBef>
                          <a:spcPts val="0"/>
                        </a:spcBef>
                        <a:spcAft>
                          <a:spcPts val="0"/>
                        </a:spcAft>
                        <a:buClrTx/>
                        <a:buSzTx/>
                        <a:buFontTx/>
                        <a:buNone/>
                        <a:tabLst/>
                        <a:defRPr/>
                      </a:pPr>
                      <a:r>
                        <a:rPr lang="zh-CN" altLang="zh-CN" sz="2000" b="0" kern="100" dirty="0">
                          <a:solidFill>
                            <a:srgbClr val="0000FF"/>
                          </a:solidFill>
                          <a:effectLst/>
                          <a:latin typeface="微软雅黑" panose="020B0503020204020204" pitchFamily="34" charset="-122"/>
                          <a:ea typeface="微软雅黑" panose="020B0503020204020204" pitchFamily="34" charset="-122"/>
                        </a:rPr>
                        <a:t>•</a:t>
                      </a:r>
                      <a:endParaRPr lang="en-US" altLang="zh-CN" sz="2000" b="0" kern="100" dirty="0">
                        <a:solidFill>
                          <a:srgbClr val="0000FF"/>
                        </a:solidFill>
                        <a:effectLst/>
                        <a:latin typeface="微软雅黑" panose="020B0503020204020204" pitchFamily="34" charset="-122"/>
                        <a:ea typeface="微软雅黑" panose="020B0503020204020204" pitchFamily="34" charset="-122"/>
                      </a:endParaRPr>
                    </a:p>
                    <a:p>
                      <a:pPr marL="0" marR="0" indent="0" algn="ctr" defTabSz="914400" rtl="0" eaLnBrk="1" fontAlgn="auto" latinLnBrk="0" hangingPunct="1">
                        <a:lnSpc>
                          <a:spcPct val="100000"/>
                        </a:lnSpc>
                        <a:spcBef>
                          <a:spcPts val="0"/>
                        </a:spcBef>
                        <a:spcAft>
                          <a:spcPts val="0"/>
                        </a:spcAft>
                        <a:buClrTx/>
                        <a:buSzTx/>
                        <a:buFontTx/>
                        <a:buNone/>
                        <a:tabLst/>
                        <a:defRPr/>
                      </a:pPr>
                      <a:r>
                        <a:rPr lang="zh-CN" altLang="zh-CN" sz="2000" b="0" kern="100" dirty="0">
                          <a:solidFill>
                            <a:srgbClr val="0000FF"/>
                          </a:solidFill>
                          <a:effectLst/>
                          <a:latin typeface="微软雅黑" panose="020B0503020204020204" pitchFamily="34" charset="-122"/>
                          <a:ea typeface="微软雅黑" panose="020B0503020204020204" pitchFamily="34" charset="-122"/>
                        </a:rPr>
                        <a:t>•</a:t>
                      </a:r>
                      <a:endParaRPr lang="zh-CN" sz="2000" b="0" kern="100" dirty="0">
                        <a:solidFill>
                          <a:srgbClr val="0000FF"/>
                        </a:solidFill>
                        <a:effectLst/>
                        <a:latin typeface="微软雅黑" panose="020B0503020204020204" pitchFamily="34" charset="-122"/>
                        <a:ea typeface="微软雅黑" panose="020B0503020204020204" pitchFamily="34" charset="-122"/>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noFill/>
                  </a:tcPr>
                </a:tc>
                <a:tc>
                  <a:txBody>
                    <a:bodyPr/>
                    <a:lstStyle/>
                    <a:p>
                      <a:pPr algn="ctr">
                        <a:spcAft>
                          <a:spcPts val="0"/>
                        </a:spcAft>
                      </a:pPr>
                      <a:r>
                        <a:rPr lang="zh-CN" sz="2000" b="0" kern="100" dirty="0">
                          <a:solidFill>
                            <a:srgbClr val="0000FF"/>
                          </a:solidFill>
                          <a:effectLst/>
                          <a:latin typeface="微软雅黑" panose="020B0503020204020204" pitchFamily="34" charset="-122"/>
                          <a:ea typeface="微软雅黑" panose="020B0503020204020204" pitchFamily="34" charset="-122"/>
                        </a:rPr>
                        <a:t>•</a:t>
                      </a:r>
                      <a:endParaRPr lang="en-US" altLang="zh-CN" sz="2000" b="0" kern="100" dirty="0">
                        <a:solidFill>
                          <a:srgbClr val="0000FF"/>
                        </a:solidFill>
                        <a:effectLst/>
                        <a:latin typeface="微软雅黑" panose="020B0503020204020204" pitchFamily="34" charset="-122"/>
                        <a:ea typeface="微软雅黑" panose="020B0503020204020204" pitchFamily="34" charset="-122"/>
                      </a:endParaRPr>
                    </a:p>
                    <a:p>
                      <a:pPr marL="0" marR="0" indent="0" algn="ctr" defTabSz="914400" rtl="0" eaLnBrk="1" fontAlgn="auto" latinLnBrk="0" hangingPunct="1">
                        <a:lnSpc>
                          <a:spcPct val="100000"/>
                        </a:lnSpc>
                        <a:spcBef>
                          <a:spcPts val="0"/>
                        </a:spcBef>
                        <a:spcAft>
                          <a:spcPts val="0"/>
                        </a:spcAft>
                        <a:buClrTx/>
                        <a:buSzTx/>
                        <a:buFontTx/>
                        <a:buNone/>
                        <a:tabLst/>
                        <a:defRPr/>
                      </a:pPr>
                      <a:r>
                        <a:rPr lang="zh-CN" altLang="zh-CN" sz="2000" b="0" kern="100" dirty="0">
                          <a:solidFill>
                            <a:srgbClr val="0000FF"/>
                          </a:solidFill>
                          <a:effectLst/>
                          <a:latin typeface="微软雅黑" panose="020B0503020204020204" pitchFamily="34" charset="-122"/>
                          <a:ea typeface="微软雅黑" panose="020B0503020204020204" pitchFamily="34" charset="-122"/>
                        </a:rPr>
                        <a:t>•</a:t>
                      </a:r>
                      <a:endParaRPr lang="en-US" altLang="zh-CN" sz="2000" b="0" kern="100" dirty="0">
                        <a:solidFill>
                          <a:srgbClr val="0000FF"/>
                        </a:solidFill>
                        <a:effectLst/>
                        <a:latin typeface="微软雅黑" panose="020B0503020204020204" pitchFamily="34" charset="-122"/>
                        <a:ea typeface="微软雅黑" panose="020B0503020204020204" pitchFamily="34" charset="-122"/>
                      </a:endParaRPr>
                    </a:p>
                    <a:p>
                      <a:pPr marL="0" marR="0" indent="0" algn="ctr" defTabSz="914400" rtl="0" eaLnBrk="1" fontAlgn="auto" latinLnBrk="0" hangingPunct="1">
                        <a:lnSpc>
                          <a:spcPct val="100000"/>
                        </a:lnSpc>
                        <a:spcBef>
                          <a:spcPts val="0"/>
                        </a:spcBef>
                        <a:spcAft>
                          <a:spcPts val="0"/>
                        </a:spcAft>
                        <a:buClrTx/>
                        <a:buSzTx/>
                        <a:buFontTx/>
                        <a:buNone/>
                        <a:tabLst/>
                        <a:defRPr/>
                      </a:pPr>
                      <a:r>
                        <a:rPr lang="zh-CN" altLang="zh-CN" sz="2000" b="0" kern="100" dirty="0">
                          <a:solidFill>
                            <a:srgbClr val="0000FF"/>
                          </a:solidFill>
                          <a:effectLst/>
                          <a:latin typeface="微软雅黑" panose="020B0503020204020204" pitchFamily="34" charset="-122"/>
                          <a:ea typeface="微软雅黑" panose="020B0503020204020204" pitchFamily="34" charset="-122"/>
                        </a:rPr>
                        <a:t>•</a:t>
                      </a:r>
                      <a:endParaRPr lang="zh-CN" sz="2000" b="0" kern="100" dirty="0">
                        <a:solidFill>
                          <a:srgbClr val="0000FF"/>
                        </a:solidFill>
                        <a:effectLst/>
                        <a:latin typeface="微软雅黑" panose="020B0503020204020204" pitchFamily="34" charset="-122"/>
                        <a:ea typeface="微软雅黑" panose="020B0503020204020204" pitchFamily="34" charset="-122"/>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zh-CN" sz="2000" b="0" kern="100" dirty="0">
                          <a:solidFill>
                            <a:srgbClr val="0000FF"/>
                          </a:solidFill>
                          <a:effectLst/>
                          <a:latin typeface="微软雅黑" panose="020B0503020204020204" pitchFamily="34" charset="-122"/>
                          <a:ea typeface="微软雅黑" panose="020B0503020204020204" pitchFamily="34" charset="-122"/>
                        </a:rPr>
                        <a:t>•</a:t>
                      </a:r>
                      <a:endParaRPr lang="zh-CN" altLang="zh-CN" sz="2000" b="0" kern="100" dirty="0">
                        <a:solidFill>
                          <a:srgbClr val="0000FF"/>
                        </a:solidFill>
                        <a:effectLst/>
                        <a:latin typeface="微软雅黑" panose="020B0503020204020204" pitchFamily="34" charset="-122"/>
                        <a:ea typeface="微软雅黑" panose="020B0503020204020204" pitchFamily="34" charset="-122"/>
                        <a:cs typeface="Courier New"/>
                      </a:endParaRPr>
                    </a:p>
                    <a:p>
                      <a:pPr marL="0" marR="0" indent="0" algn="ctr" defTabSz="914400" rtl="0" eaLnBrk="1" fontAlgn="auto" latinLnBrk="0" hangingPunct="1">
                        <a:lnSpc>
                          <a:spcPct val="100000"/>
                        </a:lnSpc>
                        <a:spcBef>
                          <a:spcPts val="0"/>
                        </a:spcBef>
                        <a:spcAft>
                          <a:spcPts val="0"/>
                        </a:spcAft>
                        <a:buClrTx/>
                        <a:buSzTx/>
                        <a:buFontTx/>
                        <a:buNone/>
                        <a:tabLst/>
                        <a:defRPr/>
                      </a:pPr>
                      <a:r>
                        <a:rPr lang="zh-CN" altLang="zh-CN" sz="2000" b="0" kern="100" dirty="0">
                          <a:solidFill>
                            <a:srgbClr val="0000FF"/>
                          </a:solidFill>
                          <a:effectLst/>
                          <a:latin typeface="微软雅黑" panose="020B0503020204020204" pitchFamily="34" charset="-122"/>
                          <a:ea typeface="微软雅黑" panose="020B0503020204020204" pitchFamily="34" charset="-122"/>
                        </a:rPr>
                        <a:t>•</a:t>
                      </a:r>
                      <a:endParaRPr lang="zh-CN" altLang="zh-CN" sz="2000" b="0" kern="100" dirty="0">
                        <a:solidFill>
                          <a:srgbClr val="0000FF"/>
                        </a:solidFill>
                        <a:effectLst/>
                        <a:latin typeface="微软雅黑" panose="020B0503020204020204" pitchFamily="34" charset="-122"/>
                        <a:ea typeface="微软雅黑" panose="020B0503020204020204" pitchFamily="34" charset="-122"/>
                        <a:cs typeface="Courier New"/>
                      </a:endParaRPr>
                    </a:p>
                    <a:p>
                      <a:pPr algn="ctr">
                        <a:spcAft>
                          <a:spcPts val="0"/>
                        </a:spcAft>
                      </a:pPr>
                      <a:r>
                        <a:rPr lang="zh-CN" sz="2000" b="0" kern="100" dirty="0">
                          <a:solidFill>
                            <a:srgbClr val="0000FF"/>
                          </a:solidFill>
                          <a:effectLst/>
                          <a:latin typeface="微软雅黑" panose="020B0503020204020204" pitchFamily="34" charset="-122"/>
                          <a:ea typeface="微软雅黑" panose="020B0503020204020204" pitchFamily="34" charset="-122"/>
                        </a:rPr>
                        <a:t>•</a:t>
                      </a:r>
                      <a:endParaRPr lang="zh-CN" sz="2000" b="0" kern="100" dirty="0">
                        <a:solidFill>
                          <a:srgbClr val="0000FF"/>
                        </a:solidFill>
                        <a:effectLst/>
                        <a:latin typeface="微软雅黑" panose="020B0503020204020204" pitchFamily="34" charset="-122"/>
                        <a:ea typeface="微软雅黑" panose="020B0503020204020204" pitchFamily="34" charset="-122"/>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1"/>
                  </a:ext>
                </a:extLst>
              </a:tr>
              <a:tr h="288133">
                <a:tc>
                  <a:txBody>
                    <a:bodyPr/>
                    <a:lstStyle/>
                    <a:p>
                      <a:pPr algn="ctr">
                        <a:spcAft>
                          <a:spcPts val="0"/>
                        </a:spcAft>
                      </a:pPr>
                      <a:r>
                        <a:rPr lang="zh-CN" sz="2000" b="0" kern="100" dirty="0">
                          <a:solidFill>
                            <a:srgbClr val="0000FF"/>
                          </a:solidFill>
                          <a:effectLst/>
                          <a:latin typeface="微软雅黑" panose="020B0503020204020204" pitchFamily="34" charset="-122"/>
                          <a:ea typeface="微软雅黑" panose="020B0503020204020204" pitchFamily="34" charset="-122"/>
                        </a:rPr>
                        <a:t>•</a:t>
                      </a:r>
                      <a:endParaRPr lang="zh-CN" sz="2000" b="0" kern="100" dirty="0">
                        <a:solidFill>
                          <a:srgbClr val="0000FF"/>
                        </a:solidFill>
                        <a:effectLst/>
                        <a:latin typeface="微软雅黑" panose="020B0503020204020204" pitchFamily="34" charset="-122"/>
                        <a:ea typeface="微软雅黑" panose="020B0503020204020204" pitchFamily="34" charset="-122"/>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a:spcAft>
                          <a:spcPts val="0"/>
                        </a:spcAft>
                      </a:pPr>
                      <a:r>
                        <a:rPr lang="en-US" sz="2000" b="0" kern="100" dirty="0">
                          <a:solidFill>
                            <a:srgbClr val="0000FF"/>
                          </a:solidFill>
                          <a:effectLst/>
                          <a:latin typeface="微软雅黑" panose="020B0503020204020204" pitchFamily="34" charset="-122"/>
                          <a:ea typeface="微软雅黑" panose="020B0503020204020204" pitchFamily="34" charset="-122"/>
                        </a:rPr>
                        <a:t>Lock R</a:t>
                      </a:r>
                      <a:endParaRPr lang="zh-CN" sz="2000" b="0" kern="100" dirty="0">
                        <a:solidFill>
                          <a:srgbClr val="0000FF"/>
                        </a:solidFill>
                        <a:effectLst/>
                        <a:latin typeface="微软雅黑" panose="020B0503020204020204" pitchFamily="34" charset="-122"/>
                        <a:ea typeface="微软雅黑" panose="020B0503020204020204" pitchFamily="34" charset="-122"/>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a:spcAft>
                          <a:spcPts val="0"/>
                        </a:spcAft>
                      </a:pPr>
                      <a:endParaRPr lang="zh-CN" sz="2000" b="0" kern="100" dirty="0">
                        <a:solidFill>
                          <a:srgbClr val="0000FF"/>
                        </a:solidFill>
                        <a:effectLst/>
                        <a:latin typeface="微软雅黑" panose="020B0503020204020204" pitchFamily="34" charset="-122"/>
                        <a:ea typeface="微软雅黑" panose="020B0503020204020204" pitchFamily="34" charset="-122"/>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a:spcAft>
                          <a:spcPts val="0"/>
                        </a:spcAft>
                      </a:pPr>
                      <a:endParaRPr lang="zh-CN" sz="2000" b="0" kern="100" dirty="0">
                        <a:solidFill>
                          <a:srgbClr val="0000FF"/>
                        </a:solidFill>
                        <a:effectLst/>
                        <a:latin typeface="微软雅黑" panose="020B0503020204020204" pitchFamily="34" charset="-122"/>
                        <a:ea typeface="微软雅黑" panose="020B0503020204020204" pitchFamily="34" charset="-122"/>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2"/>
                  </a:ext>
                </a:extLst>
              </a:tr>
              <a:tr h="288133">
                <a:tc>
                  <a:txBody>
                    <a:bodyPr/>
                    <a:lstStyle/>
                    <a:p>
                      <a:pPr algn="ctr">
                        <a:spcAft>
                          <a:spcPts val="0"/>
                        </a:spcAft>
                      </a:pPr>
                      <a:r>
                        <a:rPr lang="zh-CN" sz="2000" b="0" kern="100" dirty="0">
                          <a:solidFill>
                            <a:srgbClr val="0000FF"/>
                          </a:solidFill>
                          <a:effectLst/>
                          <a:latin typeface="微软雅黑" panose="020B0503020204020204" pitchFamily="34" charset="-122"/>
                          <a:ea typeface="微软雅黑" panose="020B0503020204020204" pitchFamily="34" charset="-122"/>
                        </a:rPr>
                        <a:t>•</a:t>
                      </a:r>
                      <a:endParaRPr lang="zh-CN" sz="2000" b="0" kern="100" dirty="0">
                        <a:solidFill>
                          <a:srgbClr val="0000FF"/>
                        </a:solidFill>
                        <a:effectLst/>
                        <a:latin typeface="微软雅黑" panose="020B0503020204020204" pitchFamily="34" charset="-122"/>
                        <a:ea typeface="微软雅黑" panose="020B0503020204020204" pitchFamily="34" charset="-122"/>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a:spcAft>
                          <a:spcPts val="0"/>
                        </a:spcAft>
                      </a:pPr>
                      <a:r>
                        <a:rPr lang="zh-CN" sz="2000" b="0" kern="100" dirty="0">
                          <a:solidFill>
                            <a:srgbClr val="0000FF"/>
                          </a:solidFill>
                          <a:effectLst/>
                          <a:latin typeface="微软雅黑" panose="020B0503020204020204" pitchFamily="34" charset="-122"/>
                          <a:ea typeface="微软雅黑" panose="020B0503020204020204" pitchFamily="34" charset="-122"/>
                        </a:rPr>
                        <a:t>等待</a:t>
                      </a:r>
                      <a:endParaRPr lang="zh-CN" sz="2000" b="0" kern="100" dirty="0">
                        <a:solidFill>
                          <a:srgbClr val="0000FF"/>
                        </a:solidFill>
                        <a:effectLst/>
                        <a:latin typeface="微软雅黑" panose="020B0503020204020204" pitchFamily="34" charset="-122"/>
                        <a:ea typeface="微软雅黑" panose="020B0503020204020204" pitchFamily="34" charset="-122"/>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a:spcAft>
                          <a:spcPts val="0"/>
                        </a:spcAft>
                      </a:pPr>
                      <a:r>
                        <a:rPr lang="en-US" sz="2000" b="0" kern="100" dirty="0">
                          <a:solidFill>
                            <a:srgbClr val="0000FF"/>
                          </a:solidFill>
                          <a:effectLst/>
                          <a:latin typeface="微软雅黑" panose="020B0503020204020204" pitchFamily="34" charset="-122"/>
                          <a:ea typeface="微软雅黑" panose="020B0503020204020204" pitchFamily="34" charset="-122"/>
                        </a:rPr>
                        <a:t>Lock R</a:t>
                      </a:r>
                      <a:endParaRPr lang="zh-CN" sz="2000" b="0" kern="100" dirty="0">
                        <a:solidFill>
                          <a:srgbClr val="0000FF"/>
                        </a:solidFill>
                        <a:effectLst/>
                        <a:latin typeface="微软雅黑" panose="020B0503020204020204" pitchFamily="34" charset="-122"/>
                        <a:ea typeface="微软雅黑" panose="020B0503020204020204" pitchFamily="34" charset="-122"/>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a:spcAft>
                          <a:spcPts val="0"/>
                        </a:spcAft>
                      </a:pPr>
                      <a:endParaRPr lang="zh-CN" sz="2000" b="0" kern="100" dirty="0">
                        <a:solidFill>
                          <a:srgbClr val="0000FF"/>
                        </a:solidFill>
                        <a:effectLst/>
                        <a:latin typeface="微软雅黑" panose="020B0503020204020204" pitchFamily="34" charset="-122"/>
                        <a:ea typeface="微软雅黑" panose="020B0503020204020204" pitchFamily="34" charset="-122"/>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3"/>
                  </a:ext>
                </a:extLst>
              </a:tr>
              <a:tr h="288133">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zh-CN" sz="2000" b="0" kern="100" dirty="0">
                          <a:solidFill>
                            <a:srgbClr val="0000FF"/>
                          </a:solidFill>
                          <a:effectLst/>
                          <a:latin typeface="微软雅黑" panose="020B0503020204020204" pitchFamily="34" charset="-122"/>
                          <a:ea typeface="微软雅黑" panose="020B0503020204020204" pitchFamily="34" charset="-122"/>
                        </a:rPr>
                        <a:t>•</a:t>
                      </a:r>
                      <a:endParaRPr lang="zh-CN" sz="2000" b="0" kern="100" dirty="0">
                        <a:solidFill>
                          <a:srgbClr val="0000FF"/>
                        </a:solidFill>
                        <a:effectLst/>
                        <a:latin typeface="微软雅黑" panose="020B0503020204020204" pitchFamily="34" charset="-122"/>
                        <a:ea typeface="微软雅黑" panose="020B0503020204020204" pitchFamily="34" charset="-122"/>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a:spcAft>
                          <a:spcPts val="0"/>
                        </a:spcAft>
                      </a:pPr>
                      <a:r>
                        <a:rPr lang="zh-CN" sz="2000" b="0" kern="100" dirty="0">
                          <a:solidFill>
                            <a:srgbClr val="0000FF"/>
                          </a:solidFill>
                          <a:effectLst/>
                          <a:latin typeface="微软雅黑" panose="020B0503020204020204" pitchFamily="34" charset="-122"/>
                          <a:ea typeface="微软雅黑" panose="020B0503020204020204" pitchFamily="34" charset="-122"/>
                        </a:rPr>
                        <a:t>等待</a:t>
                      </a:r>
                      <a:endParaRPr lang="zh-CN" sz="2000" b="0" kern="100" dirty="0">
                        <a:solidFill>
                          <a:srgbClr val="0000FF"/>
                        </a:solidFill>
                        <a:effectLst/>
                        <a:latin typeface="微软雅黑" panose="020B0503020204020204" pitchFamily="34" charset="-122"/>
                        <a:ea typeface="微软雅黑" panose="020B0503020204020204" pitchFamily="34" charset="-122"/>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a:spcAft>
                          <a:spcPts val="0"/>
                        </a:spcAft>
                      </a:pPr>
                      <a:r>
                        <a:rPr lang="zh-CN" sz="2000" b="0" kern="100" dirty="0">
                          <a:solidFill>
                            <a:srgbClr val="0000FF"/>
                          </a:solidFill>
                          <a:effectLst/>
                          <a:latin typeface="微软雅黑" panose="020B0503020204020204" pitchFamily="34" charset="-122"/>
                          <a:ea typeface="微软雅黑" panose="020B0503020204020204" pitchFamily="34" charset="-122"/>
                        </a:rPr>
                        <a:t>•</a:t>
                      </a:r>
                      <a:endParaRPr lang="zh-CN" sz="2000" b="0" kern="100" dirty="0">
                        <a:solidFill>
                          <a:srgbClr val="0000FF"/>
                        </a:solidFill>
                        <a:effectLst/>
                        <a:latin typeface="微软雅黑" panose="020B0503020204020204" pitchFamily="34" charset="-122"/>
                        <a:ea typeface="微软雅黑" panose="020B0503020204020204" pitchFamily="34" charset="-122"/>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a:spcAft>
                          <a:spcPts val="0"/>
                        </a:spcAft>
                      </a:pPr>
                      <a:r>
                        <a:rPr lang="en-US" sz="2000" b="0" kern="100" dirty="0">
                          <a:solidFill>
                            <a:srgbClr val="0000FF"/>
                          </a:solidFill>
                          <a:effectLst/>
                          <a:latin typeface="微软雅黑" panose="020B0503020204020204" pitchFamily="34" charset="-122"/>
                          <a:ea typeface="微软雅黑" panose="020B0503020204020204" pitchFamily="34" charset="-122"/>
                        </a:rPr>
                        <a:t>Lock R</a:t>
                      </a:r>
                      <a:endParaRPr lang="zh-CN" sz="2000" b="0" kern="100" dirty="0">
                        <a:solidFill>
                          <a:srgbClr val="0000FF"/>
                        </a:solidFill>
                        <a:effectLst/>
                        <a:latin typeface="微软雅黑" panose="020B0503020204020204" pitchFamily="34" charset="-122"/>
                        <a:ea typeface="微软雅黑" panose="020B0503020204020204" pitchFamily="34" charset="-122"/>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4"/>
                  </a:ext>
                </a:extLst>
              </a:tr>
              <a:tr h="288133">
                <a:tc>
                  <a:txBody>
                    <a:bodyPr/>
                    <a:lstStyle/>
                    <a:p>
                      <a:pPr algn="ctr">
                        <a:spcAft>
                          <a:spcPts val="0"/>
                        </a:spcAft>
                      </a:pPr>
                      <a:r>
                        <a:rPr lang="en-US" sz="2000" b="0" kern="100" dirty="0">
                          <a:solidFill>
                            <a:srgbClr val="0000FF"/>
                          </a:solidFill>
                          <a:effectLst/>
                          <a:latin typeface="微软雅黑" panose="020B0503020204020204" pitchFamily="34" charset="-122"/>
                          <a:ea typeface="微软雅黑" panose="020B0503020204020204" pitchFamily="34" charset="-122"/>
                        </a:rPr>
                        <a:t>Unlock R</a:t>
                      </a:r>
                      <a:endParaRPr lang="zh-CN" sz="2000" b="0" kern="100" dirty="0">
                        <a:solidFill>
                          <a:srgbClr val="0000FF"/>
                        </a:solidFill>
                        <a:effectLst/>
                        <a:latin typeface="微软雅黑" panose="020B0503020204020204" pitchFamily="34" charset="-122"/>
                        <a:ea typeface="微软雅黑" panose="020B0503020204020204" pitchFamily="34" charset="-122"/>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a:spcAft>
                          <a:spcPts val="0"/>
                        </a:spcAft>
                      </a:pPr>
                      <a:r>
                        <a:rPr lang="zh-CN" sz="2000" b="0" kern="100" dirty="0">
                          <a:solidFill>
                            <a:srgbClr val="0000FF"/>
                          </a:solidFill>
                          <a:effectLst/>
                          <a:latin typeface="微软雅黑" panose="020B0503020204020204" pitchFamily="34" charset="-122"/>
                          <a:ea typeface="微软雅黑" panose="020B0503020204020204" pitchFamily="34" charset="-122"/>
                        </a:rPr>
                        <a:t>等待</a:t>
                      </a:r>
                      <a:endParaRPr lang="zh-CN" sz="2000" b="0" kern="100" dirty="0">
                        <a:solidFill>
                          <a:srgbClr val="0000FF"/>
                        </a:solidFill>
                        <a:effectLst/>
                        <a:latin typeface="微软雅黑" panose="020B0503020204020204" pitchFamily="34" charset="-122"/>
                        <a:ea typeface="微软雅黑" panose="020B0503020204020204" pitchFamily="34" charset="-122"/>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a:spcAft>
                          <a:spcPts val="0"/>
                        </a:spcAft>
                      </a:pPr>
                      <a:r>
                        <a:rPr lang="zh-CN" sz="2000" b="0" kern="100" dirty="0">
                          <a:solidFill>
                            <a:srgbClr val="0000FF"/>
                          </a:solidFill>
                          <a:effectLst/>
                          <a:latin typeface="微软雅黑" panose="020B0503020204020204" pitchFamily="34" charset="-122"/>
                          <a:ea typeface="微软雅黑" panose="020B0503020204020204" pitchFamily="34" charset="-122"/>
                        </a:rPr>
                        <a:t>•</a:t>
                      </a:r>
                      <a:endParaRPr lang="zh-CN" sz="2000" b="0" kern="100" dirty="0">
                        <a:solidFill>
                          <a:srgbClr val="0000FF"/>
                        </a:solidFill>
                        <a:effectLst/>
                        <a:latin typeface="微软雅黑" panose="020B0503020204020204" pitchFamily="34" charset="-122"/>
                        <a:ea typeface="微软雅黑" panose="020B0503020204020204" pitchFamily="34" charset="-122"/>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a:spcAft>
                          <a:spcPts val="0"/>
                        </a:spcAft>
                      </a:pPr>
                      <a:r>
                        <a:rPr lang="zh-CN" sz="2000" b="0" kern="100" dirty="0">
                          <a:solidFill>
                            <a:srgbClr val="0000FF"/>
                          </a:solidFill>
                          <a:effectLst/>
                          <a:latin typeface="微软雅黑" panose="020B0503020204020204" pitchFamily="34" charset="-122"/>
                          <a:ea typeface="微软雅黑" panose="020B0503020204020204" pitchFamily="34" charset="-122"/>
                        </a:rPr>
                        <a:t>等待</a:t>
                      </a:r>
                      <a:endParaRPr lang="zh-CN" sz="2000" b="0" kern="100" dirty="0">
                        <a:solidFill>
                          <a:srgbClr val="0000FF"/>
                        </a:solidFill>
                        <a:effectLst/>
                        <a:latin typeface="微软雅黑" panose="020B0503020204020204" pitchFamily="34" charset="-122"/>
                        <a:ea typeface="微软雅黑" panose="020B0503020204020204" pitchFamily="34" charset="-122"/>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5"/>
                  </a:ext>
                </a:extLst>
              </a:tr>
              <a:tr h="288133">
                <a:tc>
                  <a:txBody>
                    <a:bodyPr/>
                    <a:lstStyle/>
                    <a:p>
                      <a:pPr algn="ctr">
                        <a:spcAft>
                          <a:spcPts val="0"/>
                        </a:spcAft>
                      </a:pPr>
                      <a:endParaRPr lang="zh-CN" sz="2000" b="0" kern="100" dirty="0">
                        <a:solidFill>
                          <a:srgbClr val="0000FF"/>
                        </a:solidFill>
                        <a:effectLst/>
                        <a:latin typeface="微软雅黑" panose="020B0503020204020204" pitchFamily="34" charset="-122"/>
                        <a:ea typeface="微软雅黑" panose="020B0503020204020204" pitchFamily="34" charset="-122"/>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a:spcAft>
                          <a:spcPts val="0"/>
                        </a:spcAft>
                      </a:pPr>
                      <a:r>
                        <a:rPr lang="zh-CN" sz="2000" b="0" kern="100" dirty="0">
                          <a:solidFill>
                            <a:srgbClr val="0000FF"/>
                          </a:solidFill>
                          <a:effectLst/>
                          <a:latin typeface="微软雅黑" panose="020B0503020204020204" pitchFamily="34" charset="-122"/>
                          <a:ea typeface="微软雅黑" panose="020B0503020204020204" pitchFamily="34" charset="-122"/>
                        </a:rPr>
                        <a:t>等待</a:t>
                      </a:r>
                      <a:endParaRPr lang="zh-CN" sz="2000" b="0" kern="100" dirty="0">
                        <a:solidFill>
                          <a:srgbClr val="0000FF"/>
                        </a:solidFill>
                        <a:effectLst/>
                        <a:latin typeface="微软雅黑" panose="020B0503020204020204" pitchFamily="34" charset="-122"/>
                        <a:ea typeface="微软雅黑" panose="020B0503020204020204" pitchFamily="34" charset="-122"/>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a:spcAft>
                          <a:spcPts val="0"/>
                        </a:spcAft>
                      </a:pPr>
                      <a:r>
                        <a:rPr lang="en-US" sz="2000" b="0" kern="100" dirty="0">
                          <a:solidFill>
                            <a:srgbClr val="0000FF"/>
                          </a:solidFill>
                          <a:effectLst/>
                          <a:latin typeface="微软雅黑" panose="020B0503020204020204" pitchFamily="34" charset="-122"/>
                          <a:ea typeface="微软雅黑" panose="020B0503020204020204" pitchFamily="34" charset="-122"/>
                        </a:rPr>
                        <a:t>Lock R</a:t>
                      </a:r>
                      <a:endParaRPr lang="zh-CN" sz="2000" b="0" kern="100" dirty="0">
                        <a:solidFill>
                          <a:srgbClr val="0000FF"/>
                        </a:solidFill>
                        <a:effectLst/>
                        <a:latin typeface="微软雅黑" panose="020B0503020204020204" pitchFamily="34" charset="-122"/>
                        <a:ea typeface="微软雅黑" panose="020B0503020204020204" pitchFamily="34" charset="-122"/>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a:spcAft>
                          <a:spcPts val="0"/>
                        </a:spcAft>
                      </a:pPr>
                      <a:r>
                        <a:rPr lang="zh-CN" sz="2000" b="0" kern="100" dirty="0">
                          <a:solidFill>
                            <a:srgbClr val="0000FF"/>
                          </a:solidFill>
                          <a:effectLst/>
                          <a:latin typeface="微软雅黑" panose="020B0503020204020204" pitchFamily="34" charset="-122"/>
                          <a:ea typeface="微软雅黑" panose="020B0503020204020204" pitchFamily="34" charset="-122"/>
                        </a:rPr>
                        <a:t>等待</a:t>
                      </a:r>
                      <a:endParaRPr lang="zh-CN" sz="2000" b="0" kern="100" dirty="0">
                        <a:solidFill>
                          <a:srgbClr val="0000FF"/>
                        </a:solidFill>
                        <a:effectLst/>
                        <a:latin typeface="微软雅黑" panose="020B0503020204020204" pitchFamily="34" charset="-122"/>
                        <a:ea typeface="微软雅黑" panose="020B0503020204020204" pitchFamily="34" charset="-122"/>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6"/>
                  </a:ext>
                </a:extLst>
              </a:tr>
              <a:tr h="288133">
                <a:tc>
                  <a:txBody>
                    <a:bodyPr/>
                    <a:lstStyle/>
                    <a:p>
                      <a:pPr algn="ctr">
                        <a:spcAft>
                          <a:spcPts val="0"/>
                        </a:spcAft>
                      </a:pPr>
                      <a:r>
                        <a:rPr lang="zh-CN" sz="2000" b="0" kern="100" dirty="0">
                          <a:solidFill>
                            <a:srgbClr val="0000FF"/>
                          </a:solidFill>
                          <a:effectLst/>
                          <a:latin typeface="微软雅黑" panose="020B0503020204020204" pitchFamily="34" charset="-122"/>
                          <a:ea typeface="微软雅黑" panose="020B0503020204020204" pitchFamily="34" charset="-122"/>
                        </a:rPr>
                        <a:t>•</a:t>
                      </a:r>
                      <a:endParaRPr lang="zh-CN" sz="2000" b="0" kern="100" dirty="0">
                        <a:solidFill>
                          <a:srgbClr val="0000FF"/>
                        </a:solidFill>
                        <a:effectLst/>
                        <a:latin typeface="微软雅黑" panose="020B0503020204020204" pitchFamily="34" charset="-122"/>
                        <a:ea typeface="微软雅黑" panose="020B0503020204020204" pitchFamily="34" charset="-122"/>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a:spcAft>
                          <a:spcPts val="0"/>
                        </a:spcAft>
                      </a:pPr>
                      <a:r>
                        <a:rPr lang="zh-CN" sz="2000" b="0" kern="100" dirty="0">
                          <a:solidFill>
                            <a:srgbClr val="0000FF"/>
                          </a:solidFill>
                          <a:effectLst/>
                          <a:latin typeface="微软雅黑" panose="020B0503020204020204" pitchFamily="34" charset="-122"/>
                          <a:ea typeface="微软雅黑" panose="020B0503020204020204" pitchFamily="34" charset="-122"/>
                        </a:rPr>
                        <a:t>等待</a:t>
                      </a:r>
                      <a:endParaRPr lang="zh-CN" sz="2000" b="0" kern="100" dirty="0">
                        <a:solidFill>
                          <a:srgbClr val="0000FF"/>
                        </a:solidFill>
                        <a:effectLst/>
                        <a:latin typeface="微软雅黑" panose="020B0503020204020204" pitchFamily="34" charset="-122"/>
                        <a:ea typeface="微软雅黑" panose="020B0503020204020204" pitchFamily="34" charset="-122"/>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a:spcAft>
                          <a:spcPts val="0"/>
                        </a:spcAft>
                      </a:pPr>
                      <a:r>
                        <a:rPr lang="zh-CN" sz="2000" b="0" kern="100">
                          <a:solidFill>
                            <a:srgbClr val="0000FF"/>
                          </a:solidFill>
                          <a:effectLst/>
                          <a:latin typeface="微软雅黑" panose="020B0503020204020204" pitchFamily="34" charset="-122"/>
                          <a:ea typeface="微软雅黑" panose="020B0503020204020204" pitchFamily="34" charset="-122"/>
                        </a:rPr>
                        <a:t>•</a:t>
                      </a:r>
                      <a:endParaRPr lang="zh-CN" sz="2000" b="0" kern="100">
                        <a:solidFill>
                          <a:srgbClr val="0000FF"/>
                        </a:solidFill>
                        <a:effectLst/>
                        <a:latin typeface="微软雅黑" panose="020B0503020204020204" pitchFamily="34" charset="-122"/>
                        <a:ea typeface="微软雅黑" panose="020B0503020204020204" pitchFamily="34" charset="-122"/>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a:spcAft>
                          <a:spcPts val="0"/>
                        </a:spcAft>
                      </a:pPr>
                      <a:r>
                        <a:rPr lang="zh-CN" sz="2000" b="0" kern="100" dirty="0">
                          <a:solidFill>
                            <a:srgbClr val="0000FF"/>
                          </a:solidFill>
                          <a:effectLst/>
                          <a:latin typeface="微软雅黑" panose="020B0503020204020204" pitchFamily="34" charset="-122"/>
                          <a:ea typeface="微软雅黑" panose="020B0503020204020204" pitchFamily="34" charset="-122"/>
                        </a:rPr>
                        <a:t>等待</a:t>
                      </a:r>
                      <a:endParaRPr lang="zh-CN" sz="2000" b="0" kern="100" dirty="0">
                        <a:solidFill>
                          <a:srgbClr val="0000FF"/>
                        </a:solidFill>
                        <a:effectLst/>
                        <a:latin typeface="微软雅黑" panose="020B0503020204020204" pitchFamily="34" charset="-122"/>
                        <a:ea typeface="微软雅黑" panose="020B0503020204020204" pitchFamily="34" charset="-122"/>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7"/>
                  </a:ext>
                </a:extLst>
              </a:tr>
              <a:tr h="288133">
                <a:tc>
                  <a:txBody>
                    <a:bodyPr/>
                    <a:lstStyle/>
                    <a:p>
                      <a:pPr algn="ctr">
                        <a:spcAft>
                          <a:spcPts val="0"/>
                        </a:spcAft>
                      </a:pPr>
                      <a:r>
                        <a:rPr lang="zh-CN" sz="2000" b="0" kern="100" dirty="0">
                          <a:solidFill>
                            <a:srgbClr val="0000FF"/>
                          </a:solidFill>
                          <a:effectLst/>
                          <a:latin typeface="微软雅黑" panose="020B0503020204020204" pitchFamily="34" charset="-122"/>
                          <a:ea typeface="微软雅黑" panose="020B0503020204020204" pitchFamily="34" charset="-122"/>
                        </a:rPr>
                        <a:t>•</a:t>
                      </a:r>
                      <a:endParaRPr lang="zh-CN" sz="2000" b="0" kern="100" dirty="0">
                        <a:solidFill>
                          <a:srgbClr val="0000FF"/>
                        </a:solidFill>
                        <a:effectLst/>
                        <a:latin typeface="微软雅黑" panose="020B0503020204020204" pitchFamily="34" charset="-122"/>
                        <a:ea typeface="微软雅黑" panose="020B0503020204020204" pitchFamily="34" charset="-122"/>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a:spcAft>
                          <a:spcPts val="0"/>
                        </a:spcAft>
                      </a:pPr>
                      <a:r>
                        <a:rPr lang="zh-CN" sz="2000" b="0" kern="100" dirty="0">
                          <a:solidFill>
                            <a:srgbClr val="0000FF"/>
                          </a:solidFill>
                          <a:effectLst/>
                          <a:latin typeface="微软雅黑" panose="020B0503020204020204" pitchFamily="34" charset="-122"/>
                          <a:ea typeface="微软雅黑" panose="020B0503020204020204" pitchFamily="34" charset="-122"/>
                        </a:rPr>
                        <a:t>等待</a:t>
                      </a:r>
                      <a:endParaRPr lang="zh-CN" sz="2000" b="0" kern="100" dirty="0">
                        <a:solidFill>
                          <a:srgbClr val="0000FF"/>
                        </a:solidFill>
                        <a:effectLst/>
                        <a:latin typeface="微软雅黑" panose="020B0503020204020204" pitchFamily="34" charset="-122"/>
                        <a:ea typeface="微软雅黑" panose="020B0503020204020204" pitchFamily="34" charset="-122"/>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a:spcAft>
                          <a:spcPts val="0"/>
                        </a:spcAft>
                      </a:pPr>
                      <a:r>
                        <a:rPr lang="en-US" sz="2000" b="0" kern="100">
                          <a:solidFill>
                            <a:srgbClr val="0000FF"/>
                          </a:solidFill>
                          <a:effectLst/>
                          <a:latin typeface="微软雅黑" panose="020B0503020204020204" pitchFamily="34" charset="-122"/>
                          <a:ea typeface="微软雅黑" panose="020B0503020204020204" pitchFamily="34" charset="-122"/>
                        </a:rPr>
                        <a:t>Unlock</a:t>
                      </a:r>
                      <a:endParaRPr lang="zh-CN" sz="2000" b="0" kern="100">
                        <a:solidFill>
                          <a:srgbClr val="0000FF"/>
                        </a:solidFill>
                        <a:effectLst/>
                        <a:latin typeface="微软雅黑" panose="020B0503020204020204" pitchFamily="34" charset="-122"/>
                        <a:ea typeface="微软雅黑" panose="020B0503020204020204" pitchFamily="34" charset="-122"/>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a:spcAft>
                          <a:spcPts val="0"/>
                        </a:spcAft>
                      </a:pPr>
                      <a:r>
                        <a:rPr lang="zh-CN" sz="2000" b="0" kern="100" dirty="0">
                          <a:solidFill>
                            <a:srgbClr val="0000FF"/>
                          </a:solidFill>
                          <a:effectLst/>
                          <a:latin typeface="微软雅黑" panose="020B0503020204020204" pitchFamily="34" charset="-122"/>
                          <a:ea typeface="微软雅黑" panose="020B0503020204020204" pitchFamily="34" charset="-122"/>
                        </a:rPr>
                        <a:t>等待</a:t>
                      </a:r>
                      <a:endParaRPr lang="zh-CN" sz="2000" b="0" kern="100" dirty="0">
                        <a:solidFill>
                          <a:srgbClr val="0000FF"/>
                        </a:solidFill>
                        <a:effectLst/>
                        <a:latin typeface="微软雅黑" panose="020B0503020204020204" pitchFamily="34" charset="-122"/>
                        <a:ea typeface="微软雅黑" panose="020B0503020204020204" pitchFamily="34" charset="-122"/>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8"/>
                  </a:ext>
                </a:extLst>
              </a:tr>
              <a:tr h="288133">
                <a:tc>
                  <a:txBody>
                    <a:bodyPr/>
                    <a:lstStyle/>
                    <a:p>
                      <a:pPr algn="ctr">
                        <a:spcAft>
                          <a:spcPts val="0"/>
                        </a:spcAft>
                      </a:pPr>
                      <a:r>
                        <a:rPr lang="zh-CN" sz="2000" b="0" kern="100" dirty="0">
                          <a:solidFill>
                            <a:srgbClr val="0000FF"/>
                          </a:solidFill>
                          <a:effectLst/>
                          <a:latin typeface="微软雅黑" panose="020B0503020204020204" pitchFamily="34" charset="-122"/>
                          <a:ea typeface="微软雅黑" panose="020B0503020204020204" pitchFamily="34" charset="-122"/>
                        </a:rPr>
                        <a:t>•</a:t>
                      </a:r>
                      <a:endParaRPr lang="zh-CN" sz="2000" b="0" kern="100" dirty="0">
                        <a:solidFill>
                          <a:srgbClr val="0000FF"/>
                        </a:solidFill>
                        <a:effectLst/>
                        <a:latin typeface="微软雅黑" panose="020B0503020204020204" pitchFamily="34" charset="-122"/>
                        <a:ea typeface="微软雅黑" panose="020B0503020204020204" pitchFamily="34" charset="-122"/>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a:spcAft>
                          <a:spcPts val="0"/>
                        </a:spcAft>
                      </a:pPr>
                      <a:r>
                        <a:rPr lang="zh-CN" sz="2000" b="0" kern="100" dirty="0">
                          <a:solidFill>
                            <a:srgbClr val="0000FF"/>
                          </a:solidFill>
                          <a:effectLst/>
                          <a:latin typeface="微软雅黑" panose="020B0503020204020204" pitchFamily="34" charset="-122"/>
                          <a:ea typeface="微软雅黑" panose="020B0503020204020204" pitchFamily="34" charset="-122"/>
                        </a:rPr>
                        <a:t>等待</a:t>
                      </a:r>
                      <a:endParaRPr lang="zh-CN" sz="2000" b="0" kern="100" dirty="0">
                        <a:solidFill>
                          <a:srgbClr val="0000FF"/>
                        </a:solidFill>
                        <a:effectLst/>
                        <a:latin typeface="微软雅黑" panose="020B0503020204020204" pitchFamily="34" charset="-122"/>
                        <a:ea typeface="微软雅黑" panose="020B0503020204020204" pitchFamily="34" charset="-122"/>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a:spcAft>
                          <a:spcPts val="0"/>
                        </a:spcAft>
                      </a:pPr>
                      <a:r>
                        <a:rPr lang="zh-CN" sz="2000" b="0" kern="100" dirty="0">
                          <a:solidFill>
                            <a:srgbClr val="0000FF"/>
                          </a:solidFill>
                          <a:effectLst/>
                          <a:latin typeface="微软雅黑" panose="020B0503020204020204" pitchFamily="34" charset="-122"/>
                          <a:ea typeface="微软雅黑" panose="020B0503020204020204" pitchFamily="34" charset="-122"/>
                        </a:rPr>
                        <a:t>•</a:t>
                      </a:r>
                      <a:endParaRPr lang="zh-CN" sz="2000" b="0" kern="100" dirty="0">
                        <a:solidFill>
                          <a:srgbClr val="0000FF"/>
                        </a:solidFill>
                        <a:effectLst/>
                        <a:latin typeface="微软雅黑" panose="020B0503020204020204" pitchFamily="34" charset="-122"/>
                        <a:ea typeface="微软雅黑" panose="020B0503020204020204" pitchFamily="34" charset="-122"/>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a:spcAft>
                          <a:spcPts val="0"/>
                        </a:spcAft>
                      </a:pPr>
                      <a:r>
                        <a:rPr lang="en-US" sz="2000" b="0" kern="100" dirty="0">
                          <a:solidFill>
                            <a:srgbClr val="0000FF"/>
                          </a:solidFill>
                          <a:effectLst/>
                          <a:latin typeface="微软雅黑" panose="020B0503020204020204" pitchFamily="34" charset="-122"/>
                          <a:ea typeface="微软雅黑" panose="020B0503020204020204" pitchFamily="34" charset="-122"/>
                        </a:rPr>
                        <a:t>Lock R</a:t>
                      </a:r>
                      <a:endParaRPr lang="zh-CN" sz="2000" b="0" kern="100" dirty="0">
                        <a:solidFill>
                          <a:srgbClr val="0000FF"/>
                        </a:solidFill>
                        <a:effectLst/>
                        <a:latin typeface="微软雅黑" panose="020B0503020204020204" pitchFamily="34" charset="-122"/>
                        <a:ea typeface="微软雅黑" panose="020B0503020204020204" pitchFamily="34" charset="-122"/>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9"/>
                  </a:ext>
                </a:extLst>
              </a:tr>
              <a:tr h="862580">
                <a:tc>
                  <a:txBody>
                    <a:bodyPr/>
                    <a:lstStyle/>
                    <a:p>
                      <a:pPr algn="ctr">
                        <a:spcAft>
                          <a:spcPts val="0"/>
                        </a:spcAft>
                      </a:pPr>
                      <a:endParaRPr lang="zh-CN" sz="2000" b="0" kern="100" dirty="0">
                        <a:solidFill>
                          <a:srgbClr val="0000FF"/>
                        </a:solidFill>
                        <a:effectLst/>
                        <a:latin typeface="微软雅黑" panose="020B0503020204020204" pitchFamily="34" charset="-122"/>
                        <a:ea typeface="微软雅黑" panose="020B0503020204020204" pitchFamily="34" charset="-122"/>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000" b="0" kern="100" dirty="0">
                          <a:solidFill>
                            <a:srgbClr val="0000FF"/>
                          </a:solidFill>
                          <a:effectLst/>
                          <a:latin typeface="微软雅黑" panose="020B0503020204020204" pitchFamily="34" charset="-122"/>
                          <a:ea typeface="微软雅黑" panose="020B0503020204020204" pitchFamily="34" charset="-122"/>
                        </a:rPr>
                        <a:t>等待</a:t>
                      </a:r>
                      <a:endParaRPr lang="zh-CN" sz="2000" b="0" kern="100" dirty="0">
                        <a:solidFill>
                          <a:srgbClr val="0000FF"/>
                        </a:solidFill>
                        <a:effectLst/>
                        <a:latin typeface="微软雅黑" panose="020B0503020204020204" pitchFamily="34" charset="-122"/>
                        <a:ea typeface="微软雅黑" panose="020B0503020204020204" pitchFamily="34" charset="-122"/>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000" b="0" kern="100" dirty="0">
                          <a:solidFill>
                            <a:srgbClr val="0000FF"/>
                          </a:solidFill>
                          <a:effectLst/>
                          <a:latin typeface="微软雅黑" panose="020B0503020204020204" pitchFamily="34" charset="-122"/>
                          <a:ea typeface="微软雅黑" panose="020B0503020204020204" pitchFamily="34" charset="-122"/>
                        </a:rPr>
                        <a:t>•</a:t>
                      </a:r>
                      <a:endParaRPr lang="zh-CN" sz="2000" b="0" kern="100" dirty="0">
                        <a:solidFill>
                          <a:srgbClr val="0000FF"/>
                        </a:solidFill>
                        <a:effectLst/>
                        <a:latin typeface="微软雅黑" panose="020B0503020204020204" pitchFamily="34" charset="-122"/>
                        <a:ea typeface="微软雅黑" panose="020B0503020204020204" pitchFamily="34" charset="-122"/>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000" b="0" kern="100" dirty="0">
                          <a:solidFill>
                            <a:srgbClr val="0000FF"/>
                          </a:solidFill>
                          <a:effectLst/>
                          <a:latin typeface="微软雅黑" panose="020B0503020204020204" pitchFamily="34" charset="-122"/>
                          <a:ea typeface="微软雅黑" panose="020B0503020204020204" pitchFamily="34" charset="-122"/>
                        </a:rPr>
                        <a:t>•</a:t>
                      </a:r>
                      <a:endParaRPr lang="en-US" altLang="zh-CN" sz="2000" b="0" kern="100" dirty="0">
                        <a:solidFill>
                          <a:srgbClr val="0000FF"/>
                        </a:solidFill>
                        <a:effectLst/>
                        <a:latin typeface="微软雅黑" panose="020B0503020204020204" pitchFamily="34" charset="-122"/>
                        <a:ea typeface="微软雅黑" panose="020B0503020204020204" pitchFamily="34" charset="-122"/>
                      </a:endParaRPr>
                    </a:p>
                    <a:p>
                      <a:pPr marL="0" marR="0" indent="0" algn="ctr" defTabSz="914400" rtl="0" eaLnBrk="1" fontAlgn="auto" latinLnBrk="0" hangingPunct="1">
                        <a:lnSpc>
                          <a:spcPct val="100000"/>
                        </a:lnSpc>
                        <a:spcBef>
                          <a:spcPts val="0"/>
                        </a:spcBef>
                        <a:spcAft>
                          <a:spcPts val="0"/>
                        </a:spcAft>
                        <a:buClrTx/>
                        <a:buSzTx/>
                        <a:buFontTx/>
                        <a:buNone/>
                        <a:tabLst/>
                        <a:defRPr/>
                      </a:pPr>
                      <a:r>
                        <a:rPr lang="zh-CN" altLang="zh-CN" sz="2000" b="0" kern="100">
                          <a:solidFill>
                            <a:srgbClr val="0000FF"/>
                          </a:solidFill>
                          <a:effectLst/>
                          <a:latin typeface="微软雅黑" panose="020B0503020204020204" pitchFamily="34" charset="-122"/>
                          <a:ea typeface="微软雅黑" panose="020B0503020204020204" pitchFamily="34" charset="-122"/>
                        </a:rPr>
                        <a:t>•</a:t>
                      </a:r>
                      <a:endParaRPr lang="en-US" altLang="zh-CN" sz="2000" b="0" kern="100" dirty="0">
                        <a:solidFill>
                          <a:srgbClr val="0000FF"/>
                        </a:solidFill>
                        <a:effectLst/>
                        <a:latin typeface="微软雅黑" panose="020B0503020204020204" pitchFamily="34" charset="-122"/>
                        <a:ea typeface="微软雅黑" panose="020B0503020204020204" pitchFamily="34" charset="-122"/>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0"/>
                  </a:ext>
                </a:extLst>
              </a:tr>
            </a:tbl>
          </a:graphicData>
        </a:graphic>
      </p:graphicFrame>
      <p:sp>
        <p:nvSpPr>
          <p:cNvPr id="8" name="矩形 7">
            <a:extLst>
              <a:ext uri="{FF2B5EF4-FFF2-40B4-BE49-F238E27FC236}">
                <a16:creationId xmlns:a16="http://schemas.microsoft.com/office/drawing/2014/main" id="{D5AB4DB8-DCF1-4FF7-8F84-14335A3DD784}"/>
              </a:ext>
            </a:extLst>
          </p:cNvPr>
          <p:cNvSpPr/>
          <p:nvPr/>
        </p:nvSpPr>
        <p:spPr>
          <a:xfrm>
            <a:off x="7162800" y="1744348"/>
            <a:ext cx="3962400" cy="3370153"/>
          </a:xfrm>
          <a:prstGeom prst="rect">
            <a:avLst/>
          </a:prstGeom>
        </p:spPr>
        <p:txBody>
          <a:bodyPr wrap="square">
            <a:spAutoFit/>
          </a:bodyPr>
          <a:lstStyle/>
          <a:p>
            <a:pPr marL="268288" lvl="2" indent="-268288">
              <a:lnSpc>
                <a:spcPct val="100000"/>
              </a:lnSpc>
              <a:buFont typeface="Arial" panose="020B0604020202020204" pitchFamily="34" charset="0"/>
              <a:buChar char="•"/>
            </a:pPr>
            <a:r>
              <a:rPr lang="zh-CN" altLang="en-US">
                <a:latin typeface="微软雅黑" panose="020B0503020204020204" pitchFamily="34" charset="-122"/>
                <a:ea typeface="微软雅黑" panose="020B0503020204020204" pitchFamily="34" charset="-122"/>
              </a:rPr>
              <a:t>事务</a:t>
            </a:r>
            <a:r>
              <a:rPr lang="en-US" altLang="zh-CN">
                <a:latin typeface="微软雅黑" panose="020B0503020204020204" pitchFamily="34" charset="-122"/>
                <a:ea typeface="微软雅黑" panose="020B0503020204020204" pitchFamily="34" charset="-122"/>
              </a:rPr>
              <a:t>T1</a:t>
            </a:r>
            <a:r>
              <a:rPr lang="zh-CN" altLang="en-US">
                <a:latin typeface="微软雅黑" panose="020B0503020204020204" pitchFamily="34" charset="-122"/>
                <a:ea typeface="微软雅黑" panose="020B0503020204020204" pitchFamily="34" charset="-122"/>
              </a:rPr>
              <a:t>封锁了数据</a:t>
            </a:r>
            <a:r>
              <a:rPr lang="en-US" altLang="zh-CN">
                <a:latin typeface="微软雅黑" panose="020B0503020204020204" pitchFamily="34" charset="-122"/>
                <a:ea typeface="微软雅黑" panose="020B0503020204020204" pitchFamily="34" charset="-122"/>
              </a:rPr>
              <a:t>R</a:t>
            </a:r>
            <a:r>
              <a:rPr lang="zh-CN" altLang="en-US">
                <a:latin typeface="微软雅黑" panose="020B0503020204020204" pitchFamily="34" charset="-122"/>
                <a:ea typeface="微软雅黑" panose="020B0503020204020204" pitchFamily="34" charset="-122"/>
              </a:rPr>
              <a:t>；</a:t>
            </a:r>
            <a:endParaRPr lang="en-US" altLang="zh-CN">
              <a:latin typeface="微软雅黑" panose="020B0503020204020204" pitchFamily="34" charset="-122"/>
              <a:ea typeface="微软雅黑" panose="020B0503020204020204" pitchFamily="34" charset="-122"/>
            </a:endParaRPr>
          </a:p>
          <a:p>
            <a:pPr marL="268288" lvl="2" indent="-268288">
              <a:lnSpc>
                <a:spcPct val="100000"/>
              </a:lnSpc>
              <a:buFont typeface="Arial" panose="020B0604020202020204" pitchFamily="34" charset="0"/>
              <a:buChar char="•"/>
            </a:pPr>
            <a:endParaRPr lang="en-US" altLang="zh-CN" sz="800">
              <a:latin typeface="微软雅黑" panose="020B0503020204020204" pitchFamily="34" charset="-122"/>
              <a:ea typeface="微软雅黑" panose="020B0503020204020204" pitchFamily="34" charset="-122"/>
            </a:endParaRPr>
          </a:p>
          <a:p>
            <a:pPr marL="268288" lvl="2" indent="-268288">
              <a:lnSpc>
                <a:spcPct val="100000"/>
              </a:lnSpc>
              <a:buFont typeface="Arial" panose="020B0604020202020204" pitchFamily="34" charset="0"/>
              <a:buChar char="•"/>
            </a:pPr>
            <a:r>
              <a:rPr lang="zh-CN" altLang="en-US">
                <a:latin typeface="微软雅黑" panose="020B0503020204020204" pitchFamily="34" charset="-122"/>
                <a:ea typeface="微软雅黑" panose="020B0503020204020204" pitchFamily="34" charset="-122"/>
              </a:rPr>
              <a:t>事务</a:t>
            </a:r>
            <a:r>
              <a:rPr lang="en-US" altLang="zh-CN">
                <a:latin typeface="微软雅黑" panose="020B0503020204020204" pitchFamily="34" charset="-122"/>
                <a:ea typeface="微软雅黑" panose="020B0503020204020204" pitchFamily="34" charset="-122"/>
              </a:rPr>
              <a:t>T2</a:t>
            </a:r>
            <a:r>
              <a:rPr lang="zh-CN" altLang="en-US">
                <a:latin typeface="微软雅黑" panose="020B0503020204020204" pitchFamily="34" charset="-122"/>
                <a:ea typeface="微软雅黑" panose="020B0503020204020204" pitchFamily="34" charset="-122"/>
              </a:rPr>
              <a:t>又请求封锁</a:t>
            </a:r>
            <a:r>
              <a:rPr lang="en-US" altLang="zh-CN">
                <a:latin typeface="微软雅黑" panose="020B0503020204020204" pitchFamily="34" charset="-122"/>
                <a:ea typeface="微软雅黑" panose="020B0503020204020204" pitchFamily="34" charset="-122"/>
              </a:rPr>
              <a:t>R</a:t>
            </a:r>
            <a:r>
              <a:rPr lang="zh-CN" altLang="en-US">
                <a:latin typeface="微软雅黑" panose="020B0503020204020204" pitchFamily="34" charset="-122"/>
                <a:ea typeface="微软雅黑" panose="020B0503020204020204" pitchFamily="34" charset="-122"/>
              </a:rPr>
              <a:t>，于是</a:t>
            </a:r>
            <a:r>
              <a:rPr lang="en-US" altLang="zh-CN">
                <a:latin typeface="微软雅黑" panose="020B0503020204020204" pitchFamily="34" charset="-122"/>
                <a:ea typeface="微软雅黑" panose="020B0503020204020204" pitchFamily="34" charset="-122"/>
              </a:rPr>
              <a:t>T2</a:t>
            </a:r>
            <a:r>
              <a:rPr lang="zh-CN" altLang="en-US">
                <a:latin typeface="微软雅黑" panose="020B0503020204020204" pitchFamily="34" charset="-122"/>
                <a:ea typeface="微软雅黑" panose="020B0503020204020204" pitchFamily="34" charset="-122"/>
              </a:rPr>
              <a:t>等待；</a:t>
            </a:r>
            <a:endParaRPr lang="en-US" altLang="zh-CN">
              <a:latin typeface="微软雅黑" panose="020B0503020204020204" pitchFamily="34" charset="-122"/>
              <a:ea typeface="微软雅黑" panose="020B0503020204020204" pitchFamily="34" charset="-122"/>
            </a:endParaRPr>
          </a:p>
          <a:p>
            <a:pPr marL="268288" lvl="2" indent="-268288">
              <a:lnSpc>
                <a:spcPct val="100000"/>
              </a:lnSpc>
              <a:buFont typeface="Arial" panose="020B0604020202020204" pitchFamily="34" charset="0"/>
              <a:buChar char="•"/>
            </a:pPr>
            <a:endParaRPr lang="zh-CN" altLang="en-US" sz="800">
              <a:latin typeface="微软雅黑" panose="020B0503020204020204" pitchFamily="34" charset="-122"/>
              <a:ea typeface="微软雅黑" panose="020B0503020204020204" pitchFamily="34" charset="-122"/>
            </a:endParaRPr>
          </a:p>
          <a:p>
            <a:pPr marL="268288" lvl="2" indent="-268288">
              <a:lnSpc>
                <a:spcPct val="100000"/>
              </a:lnSpc>
              <a:buFont typeface="Arial" panose="020B0604020202020204" pitchFamily="34" charset="0"/>
              <a:buChar char="•"/>
            </a:pPr>
            <a:r>
              <a:rPr lang="en-US" altLang="zh-CN">
                <a:latin typeface="微软雅黑" panose="020B0503020204020204" pitchFamily="34" charset="-122"/>
                <a:ea typeface="微软雅黑" panose="020B0503020204020204" pitchFamily="34" charset="-122"/>
              </a:rPr>
              <a:t>T3</a:t>
            </a:r>
            <a:r>
              <a:rPr lang="zh-CN" altLang="en-US">
                <a:latin typeface="微软雅黑" panose="020B0503020204020204" pitchFamily="34" charset="-122"/>
                <a:ea typeface="微软雅黑" panose="020B0503020204020204" pitchFamily="34" charset="-122"/>
              </a:rPr>
              <a:t>也请求封锁</a:t>
            </a:r>
            <a:r>
              <a:rPr lang="en-US" altLang="zh-CN">
                <a:latin typeface="微软雅黑" panose="020B0503020204020204" pitchFamily="34" charset="-122"/>
                <a:ea typeface="微软雅黑" panose="020B0503020204020204" pitchFamily="34" charset="-122"/>
              </a:rPr>
              <a:t>R</a:t>
            </a:r>
            <a:r>
              <a:rPr lang="zh-CN" altLang="en-US">
                <a:latin typeface="微软雅黑" panose="020B0503020204020204" pitchFamily="34" charset="-122"/>
                <a:ea typeface="微软雅黑" panose="020B0503020204020204" pitchFamily="34" charset="-122"/>
              </a:rPr>
              <a:t>，当</a:t>
            </a:r>
            <a:r>
              <a:rPr lang="en-US" altLang="zh-CN">
                <a:latin typeface="微软雅黑" panose="020B0503020204020204" pitchFamily="34" charset="-122"/>
                <a:ea typeface="微软雅黑" panose="020B0503020204020204" pitchFamily="34" charset="-122"/>
              </a:rPr>
              <a:t>T1</a:t>
            </a:r>
            <a:r>
              <a:rPr lang="zh-CN" altLang="en-US">
                <a:latin typeface="微软雅黑" panose="020B0503020204020204" pitchFamily="34" charset="-122"/>
                <a:ea typeface="微软雅黑" panose="020B0503020204020204" pitchFamily="34" charset="-122"/>
              </a:rPr>
              <a:t>释放了</a:t>
            </a:r>
            <a:r>
              <a:rPr lang="en-US" altLang="zh-CN">
                <a:latin typeface="微软雅黑" panose="020B0503020204020204" pitchFamily="34" charset="-122"/>
                <a:ea typeface="微软雅黑" panose="020B0503020204020204" pitchFamily="34" charset="-122"/>
              </a:rPr>
              <a:t>R</a:t>
            </a:r>
            <a:r>
              <a:rPr lang="zh-CN" altLang="en-US">
                <a:latin typeface="微软雅黑" panose="020B0503020204020204" pitchFamily="34" charset="-122"/>
                <a:ea typeface="微软雅黑" panose="020B0503020204020204" pitchFamily="34" charset="-122"/>
              </a:rPr>
              <a:t>上的封锁之后系统首先批准了</a:t>
            </a:r>
            <a:r>
              <a:rPr lang="en-US" altLang="zh-CN">
                <a:latin typeface="微软雅黑" panose="020B0503020204020204" pitchFamily="34" charset="-122"/>
                <a:ea typeface="微软雅黑" panose="020B0503020204020204" pitchFamily="34" charset="-122"/>
              </a:rPr>
              <a:t>T3</a:t>
            </a:r>
            <a:r>
              <a:rPr lang="zh-CN" altLang="en-US">
                <a:latin typeface="微软雅黑" panose="020B0503020204020204" pitchFamily="34" charset="-122"/>
                <a:ea typeface="微软雅黑" panose="020B0503020204020204" pitchFamily="34" charset="-122"/>
              </a:rPr>
              <a:t>的请求，</a:t>
            </a:r>
            <a:r>
              <a:rPr lang="en-US" altLang="zh-CN">
                <a:latin typeface="微软雅黑" panose="020B0503020204020204" pitchFamily="34" charset="-122"/>
                <a:ea typeface="微软雅黑" panose="020B0503020204020204" pitchFamily="34" charset="-122"/>
              </a:rPr>
              <a:t>T2</a:t>
            </a:r>
            <a:r>
              <a:rPr lang="zh-CN" altLang="en-US">
                <a:latin typeface="微软雅黑" panose="020B0503020204020204" pitchFamily="34" charset="-122"/>
                <a:ea typeface="微软雅黑" panose="020B0503020204020204" pitchFamily="34" charset="-122"/>
              </a:rPr>
              <a:t>仍然等待；</a:t>
            </a:r>
            <a:endParaRPr lang="en-US" altLang="zh-CN">
              <a:latin typeface="微软雅黑" panose="020B0503020204020204" pitchFamily="34" charset="-122"/>
              <a:ea typeface="微软雅黑" panose="020B0503020204020204" pitchFamily="34" charset="-122"/>
            </a:endParaRPr>
          </a:p>
          <a:p>
            <a:pPr marL="268288" lvl="2" indent="-268288">
              <a:lnSpc>
                <a:spcPct val="100000"/>
              </a:lnSpc>
              <a:buFont typeface="Arial" panose="020B0604020202020204" pitchFamily="34" charset="0"/>
              <a:buChar char="•"/>
            </a:pPr>
            <a:endParaRPr lang="zh-CN" altLang="en-US" sz="800">
              <a:latin typeface="微软雅黑" panose="020B0503020204020204" pitchFamily="34" charset="-122"/>
              <a:ea typeface="微软雅黑" panose="020B0503020204020204" pitchFamily="34" charset="-122"/>
            </a:endParaRPr>
          </a:p>
          <a:p>
            <a:pPr marL="268288" lvl="2" indent="-268288">
              <a:lnSpc>
                <a:spcPct val="100000"/>
              </a:lnSpc>
              <a:buFont typeface="Arial" panose="020B0604020202020204" pitchFamily="34" charset="0"/>
              <a:buChar char="•"/>
            </a:pPr>
            <a:r>
              <a:rPr lang="en-US" altLang="zh-CN">
                <a:latin typeface="微软雅黑" panose="020B0503020204020204" pitchFamily="34" charset="-122"/>
                <a:ea typeface="微软雅黑" panose="020B0503020204020204" pitchFamily="34" charset="-122"/>
              </a:rPr>
              <a:t>T4</a:t>
            </a:r>
            <a:r>
              <a:rPr lang="zh-CN" altLang="en-US">
                <a:latin typeface="微软雅黑" panose="020B0503020204020204" pitchFamily="34" charset="-122"/>
                <a:ea typeface="微软雅黑" panose="020B0503020204020204" pitchFamily="34" charset="-122"/>
              </a:rPr>
              <a:t>又请求封锁</a:t>
            </a:r>
            <a:r>
              <a:rPr lang="en-US" altLang="zh-CN">
                <a:latin typeface="微软雅黑" panose="020B0503020204020204" pitchFamily="34" charset="-122"/>
                <a:ea typeface="微软雅黑" panose="020B0503020204020204" pitchFamily="34" charset="-122"/>
              </a:rPr>
              <a:t>R</a:t>
            </a:r>
            <a:r>
              <a:rPr lang="zh-CN" altLang="en-US">
                <a:latin typeface="微软雅黑" panose="020B0503020204020204" pitchFamily="34" charset="-122"/>
                <a:ea typeface="微软雅黑" panose="020B0503020204020204" pitchFamily="34" charset="-122"/>
              </a:rPr>
              <a:t>，当</a:t>
            </a:r>
            <a:r>
              <a:rPr lang="en-US" altLang="zh-CN">
                <a:latin typeface="微软雅黑" panose="020B0503020204020204" pitchFamily="34" charset="-122"/>
                <a:ea typeface="微软雅黑" panose="020B0503020204020204" pitchFamily="34" charset="-122"/>
              </a:rPr>
              <a:t>T3</a:t>
            </a:r>
            <a:r>
              <a:rPr lang="zh-CN" altLang="en-US">
                <a:latin typeface="微软雅黑" panose="020B0503020204020204" pitchFamily="34" charset="-122"/>
                <a:ea typeface="微软雅黑" panose="020B0503020204020204" pitchFamily="34" charset="-122"/>
              </a:rPr>
              <a:t>释放了</a:t>
            </a:r>
            <a:r>
              <a:rPr lang="en-US" altLang="zh-CN">
                <a:latin typeface="微软雅黑" panose="020B0503020204020204" pitchFamily="34" charset="-122"/>
                <a:ea typeface="微软雅黑" panose="020B0503020204020204" pitchFamily="34" charset="-122"/>
              </a:rPr>
              <a:t>R</a:t>
            </a:r>
            <a:r>
              <a:rPr lang="zh-CN" altLang="en-US">
                <a:latin typeface="微软雅黑" panose="020B0503020204020204" pitchFamily="34" charset="-122"/>
                <a:ea typeface="微软雅黑" panose="020B0503020204020204" pitchFamily="34" charset="-122"/>
              </a:rPr>
              <a:t>上的封锁之后系统又批准了</a:t>
            </a:r>
            <a:r>
              <a:rPr lang="en-US" altLang="zh-CN">
                <a:latin typeface="微软雅黑" panose="020B0503020204020204" pitchFamily="34" charset="-122"/>
                <a:ea typeface="微软雅黑" panose="020B0503020204020204" pitchFamily="34" charset="-122"/>
              </a:rPr>
              <a:t>T4</a:t>
            </a:r>
            <a:r>
              <a:rPr lang="zh-CN" altLang="en-US">
                <a:latin typeface="微软雅黑" panose="020B0503020204020204" pitchFamily="34" charset="-122"/>
                <a:ea typeface="微软雅黑" panose="020B0503020204020204" pitchFamily="34" charset="-122"/>
              </a:rPr>
              <a:t>的请求</a:t>
            </a:r>
            <a:r>
              <a:rPr lang="en-US" altLang="zh-CN">
                <a:latin typeface="微软雅黑" panose="020B0503020204020204" pitchFamily="34" charset="-122"/>
                <a:ea typeface="微软雅黑" panose="020B0503020204020204" pitchFamily="34" charset="-122"/>
              </a:rPr>
              <a:t>……</a:t>
            </a:r>
          </a:p>
          <a:p>
            <a:pPr marL="268288" lvl="2" indent="-268288">
              <a:lnSpc>
                <a:spcPct val="100000"/>
              </a:lnSpc>
              <a:buFont typeface="Arial" panose="020B0604020202020204" pitchFamily="34" charset="0"/>
              <a:buChar char="•"/>
            </a:pPr>
            <a:endParaRPr lang="en-US" altLang="zh-CN" sz="800">
              <a:latin typeface="微软雅黑" panose="020B0503020204020204" pitchFamily="34" charset="-122"/>
              <a:ea typeface="微软雅黑" panose="020B0503020204020204" pitchFamily="34" charset="-122"/>
            </a:endParaRPr>
          </a:p>
          <a:p>
            <a:pPr marL="268288" lvl="2" indent="-268288">
              <a:lnSpc>
                <a:spcPct val="100000"/>
              </a:lnSpc>
              <a:buFont typeface="Arial" panose="020B0604020202020204" pitchFamily="34" charset="0"/>
              <a:buChar char="•"/>
            </a:pPr>
            <a:r>
              <a:rPr lang="en-US" altLang="zh-CN">
                <a:latin typeface="微软雅黑" panose="020B0503020204020204" pitchFamily="34" charset="-122"/>
                <a:ea typeface="微软雅黑" panose="020B0503020204020204" pitchFamily="34" charset="-122"/>
              </a:rPr>
              <a:t>T2</a:t>
            </a:r>
            <a:r>
              <a:rPr lang="zh-CN" altLang="en-US">
                <a:latin typeface="微软雅黑" panose="020B0503020204020204" pitchFamily="34" charset="-122"/>
                <a:ea typeface="微软雅黑" panose="020B0503020204020204" pitchFamily="34" charset="-122"/>
              </a:rPr>
              <a:t>有</a:t>
            </a:r>
            <a:r>
              <a:rPr lang="zh-CN" altLang="en-US">
                <a:solidFill>
                  <a:srgbClr val="FF0000"/>
                </a:solidFill>
                <a:latin typeface="微软雅黑" panose="020B0503020204020204" pitchFamily="34" charset="-122"/>
                <a:ea typeface="微软雅黑" panose="020B0503020204020204" pitchFamily="34" charset="-122"/>
              </a:rPr>
              <a:t>可能永远等待</a:t>
            </a:r>
            <a:r>
              <a:rPr lang="zh-CN" altLang="en-US">
                <a:latin typeface="微软雅黑" panose="020B0503020204020204" pitchFamily="34" charset="-122"/>
                <a:ea typeface="微软雅黑" panose="020B0503020204020204" pitchFamily="34" charset="-122"/>
              </a:rPr>
              <a:t>，这就是</a:t>
            </a:r>
            <a:r>
              <a:rPr lang="zh-CN" altLang="en-US">
                <a:solidFill>
                  <a:srgbClr val="0000FF"/>
                </a:solidFill>
                <a:latin typeface="微软雅黑" panose="020B0503020204020204" pitchFamily="34" charset="-122"/>
                <a:ea typeface="微软雅黑" panose="020B0503020204020204" pitchFamily="34" charset="-122"/>
              </a:rPr>
              <a:t>活锁的情形</a:t>
            </a:r>
            <a:endParaRPr lang="en-US" altLang="zh-CN">
              <a:solidFill>
                <a:srgbClr val="0000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4AFDFAA6-E1A0-40BE-B9FF-DCEB1AAC392A}"/>
              </a:ext>
            </a:extLst>
          </p:cNvPr>
          <p:cNvSpPr/>
          <p:nvPr/>
        </p:nvSpPr>
        <p:spPr>
          <a:xfrm>
            <a:off x="7391400" y="5153419"/>
            <a:ext cx="3443891" cy="941155"/>
          </a:xfrm>
          <a:prstGeom prst="rect">
            <a:avLst/>
          </a:prstGeom>
        </p:spPr>
        <p:txBody>
          <a:bodyPr wrap="none">
            <a:spAutoFit/>
          </a:bodyPr>
          <a:lstStyle/>
          <a:p>
            <a:pPr>
              <a:lnSpc>
                <a:spcPct val="120000"/>
              </a:lnSpc>
            </a:pPr>
            <a:r>
              <a:rPr lang="zh-CN" altLang="en-US" sz="2400">
                <a:solidFill>
                  <a:srgbClr val="FF0000"/>
                </a:solidFill>
                <a:latin typeface="微软雅黑" panose="020B0503020204020204" pitchFamily="34" charset="-122"/>
                <a:ea typeface="微软雅黑" panose="020B0503020204020204" pitchFamily="34" charset="-122"/>
              </a:rPr>
              <a:t>解决方案：</a:t>
            </a:r>
            <a:endParaRPr lang="en-US" altLang="zh-CN" sz="2400">
              <a:solidFill>
                <a:srgbClr val="FF0000"/>
              </a:solidFill>
              <a:latin typeface="微软雅黑" panose="020B0503020204020204" pitchFamily="34" charset="-122"/>
              <a:ea typeface="微软雅黑" panose="020B0503020204020204" pitchFamily="34" charset="-122"/>
            </a:endParaRPr>
          </a:p>
          <a:p>
            <a:pPr marL="179388" indent="-179388">
              <a:lnSpc>
                <a:spcPct val="120000"/>
              </a:lnSpc>
              <a:buFont typeface="Arial" panose="020B0604020202020204" pitchFamily="34" charset="0"/>
              <a:buChar char="•"/>
            </a:pPr>
            <a:r>
              <a:rPr lang="zh-CN" altLang="en-US" sz="2400">
                <a:solidFill>
                  <a:srgbClr val="FF0000"/>
                </a:solidFill>
                <a:latin typeface="微软雅黑" panose="020B0503020204020204" pitchFamily="34" charset="-122"/>
                <a:ea typeface="微软雅黑" panose="020B0503020204020204" pitchFamily="34" charset="-122"/>
              </a:rPr>
              <a:t>采用先来先服务的策略</a:t>
            </a:r>
            <a:endParaRPr lang="zh-CN" altLang="en-US" sz="240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592924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F090DC2-AF1C-48D1-A9A6-F0D7897674BE}"/>
              </a:ext>
            </a:extLst>
          </p:cNvPr>
          <p:cNvSpPr>
            <a:spLocks noGrp="1"/>
          </p:cNvSpPr>
          <p:nvPr>
            <p:ph type="sldNum" sz="quarter" idx="12"/>
          </p:nvPr>
        </p:nvSpPr>
        <p:spPr/>
        <p:txBody>
          <a:bodyPr/>
          <a:lstStyle/>
          <a:p>
            <a:fld id="{E63F6D5D-9733-4D44-9C56-AEFEDD5A4BA7}" type="slidenum">
              <a:rPr lang="en-US" smtClean="0"/>
              <a:pPr/>
              <a:t>18</a:t>
            </a:fld>
            <a:endParaRPr lang="en-US" dirty="0"/>
          </a:p>
        </p:txBody>
      </p:sp>
      <p:sp>
        <p:nvSpPr>
          <p:cNvPr id="6" name="内容占位符 5">
            <a:extLst>
              <a:ext uri="{FF2B5EF4-FFF2-40B4-BE49-F238E27FC236}">
                <a16:creationId xmlns:a16="http://schemas.microsoft.com/office/drawing/2014/main" id="{8420E987-1833-4B72-A994-407BA40EE6E2}"/>
              </a:ext>
            </a:extLst>
          </p:cNvPr>
          <p:cNvSpPr>
            <a:spLocks noGrp="1"/>
          </p:cNvSpPr>
          <p:nvPr>
            <p:ph idx="1"/>
          </p:nvPr>
        </p:nvSpPr>
        <p:spPr/>
        <p:txBody>
          <a:bodyPr/>
          <a:lstStyle/>
          <a:p>
            <a:r>
              <a:rPr lang="zh-CN" altLang="en-US">
                <a:solidFill>
                  <a:srgbClr val="FF0000"/>
                </a:solidFill>
              </a:rPr>
              <a:t>死锁</a:t>
            </a:r>
          </a:p>
        </p:txBody>
      </p:sp>
      <p:sp>
        <p:nvSpPr>
          <p:cNvPr id="8" name="矩形 7">
            <a:extLst>
              <a:ext uri="{FF2B5EF4-FFF2-40B4-BE49-F238E27FC236}">
                <a16:creationId xmlns:a16="http://schemas.microsoft.com/office/drawing/2014/main" id="{D5AB4DB8-DCF1-4FF7-8F84-14335A3DD784}"/>
              </a:ext>
            </a:extLst>
          </p:cNvPr>
          <p:cNvSpPr/>
          <p:nvPr/>
        </p:nvSpPr>
        <p:spPr>
          <a:xfrm>
            <a:off x="5105400" y="1707066"/>
            <a:ext cx="6058694" cy="3000821"/>
          </a:xfrm>
          <a:prstGeom prst="rect">
            <a:avLst/>
          </a:prstGeom>
        </p:spPr>
        <p:txBody>
          <a:bodyPr wrap="square">
            <a:spAutoFit/>
          </a:bodyPr>
          <a:lstStyle/>
          <a:p>
            <a:pPr marL="268288" lvl="2" indent="-268288">
              <a:lnSpc>
                <a:spcPct val="100000"/>
              </a:lnSpc>
              <a:buFont typeface="Arial" panose="020B0604020202020204" pitchFamily="34" charset="0"/>
              <a:buChar char="•"/>
            </a:pPr>
            <a:r>
              <a:rPr lang="zh-CN" altLang="en-US">
                <a:latin typeface="微软雅黑" panose="020B0503020204020204" pitchFamily="34" charset="-122"/>
                <a:ea typeface="微软雅黑" panose="020B0503020204020204" pitchFamily="34" charset="-122"/>
              </a:rPr>
              <a:t>事务</a:t>
            </a:r>
            <a:r>
              <a:rPr lang="en-US" altLang="zh-CN">
                <a:latin typeface="微软雅黑" panose="020B0503020204020204" pitchFamily="34" charset="-122"/>
                <a:ea typeface="微软雅黑" panose="020B0503020204020204" pitchFamily="34" charset="-122"/>
              </a:rPr>
              <a:t>T1</a:t>
            </a:r>
            <a:r>
              <a:rPr lang="zh-CN" altLang="en-US">
                <a:latin typeface="微软雅黑" panose="020B0503020204020204" pitchFamily="34" charset="-122"/>
                <a:ea typeface="微软雅黑" panose="020B0503020204020204" pitchFamily="34" charset="-122"/>
              </a:rPr>
              <a:t>封锁了数据</a:t>
            </a:r>
            <a:r>
              <a:rPr lang="en-US" altLang="zh-CN">
                <a:latin typeface="微软雅黑" panose="020B0503020204020204" pitchFamily="34" charset="-122"/>
                <a:ea typeface="微软雅黑" panose="020B0503020204020204" pitchFamily="34" charset="-122"/>
              </a:rPr>
              <a:t>R1</a:t>
            </a:r>
          </a:p>
          <a:p>
            <a:pPr marL="268288" lvl="2" indent="-268288">
              <a:lnSpc>
                <a:spcPct val="100000"/>
              </a:lnSpc>
              <a:buFont typeface="Arial" panose="020B0604020202020204" pitchFamily="34" charset="0"/>
              <a:buChar char="•"/>
            </a:pPr>
            <a:endParaRPr lang="en-US" altLang="zh-CN" sz="1000">
              <a:latin typeface="微软雅黑" panose="020B0503020204020204" pitchFamily="34" charset="-122"/>
              <a:ea typeface="微软雅黑" panose="020B0503020204020204" pitchFamily="34" charset="-122"/>
            </a:endParaRPr>
          </a:p>
          <a:p>
            <a:pPr marL="268288" lvl="2" indent="-268288">
              <a:lnSpc>
                <a:spcPct val="100000"/>
              </a:lnSpc>
              <a:buFont typeface="Arial" panose="020B0604020202020204" pitchFamily="34" charset="0"/>
              <a:buChar char="•"/>
            </a:pPr>
            <a:r>
              <a:rPr lang="en-US" altLang="zh-CN">
                <a:latin typeface="微软雅黑" panose="020B0503020204020204" pitchFamily="34" charset="-122"/>
                <a:ea typeface="微软雅黑" panose="020B0503020204020204" pitchFamily="34" charset="-122"/>
              </a:rPr>
              <a:t>T2</a:t>
            </a:r>
            <a:r>
              <a:rPr lang="zh-CN" altLang="en-US">
                <a:latin typeface="微软雅黑" panose="020B0503020204020204" pitchFamily="34" charset="-122"/>
                <a:ea typeface="微软雅黑" panose="020B0503020204020204" pitchFamily="34" charset="-122"/>
              </a:rPr>
              <a:t>封锁了数据</a:t>
            </a:r>
            <a:r>
              <a:rPr lang="en-US" altLang="zh-CN">
                <a:latin typeface="微软雅黑" panose="020B0503020204020204" pitchFamily="34" charset="-122"/>
                <a:ea typeface="微软雅黑" panose="020B0503020204020204" pitchFamily="34" charset="-122"/>
              </a:rPr>
              <a:t>R2</a:t>
            </a:r>
          </a:p>
          <a:p>
            <a:pPr marL="268288" lvl="2" indent="-268288">
              <a:lnSpc>
                <a:spcPct val="100000"/>
              </a:lnSpc>
              <a:buFont typeface="Arial" panose="020B0604020202020204" pitchFamily="34" charset="0"/>
              <a:buChar char="•"/>
            </a:pPr>
            <a:endParaRPr lang="en-US" altLang="zh-CN" sz="1000">
              <a:latin typeface="微软雅黑" panose="020B0503020204020204" pitchFamily="34" charset="-122"/>
              <a:ea typeface="微软雅黑" panose="020B0503020204020204" pitchFamily="34" charset="-122"/>
            </a:endParaRPr>
          </a:p>
          <a:p>
            <a:pPr marL="268288" lvl="2" indent="-268288">
              <a:lnSpc>
                <a:spcPct val="100000"/>
              </a:lnSpc>
              <a:buFont typeface="Arial" panose="020B0604020202020204" pitchFamily="34" charset="0"/>
              <a:buChar char="•"/>
            </a:pPr>
            <a:r>
              <a:rPr lang="en-US" altLang="zh-CN">
                <a:latin typeface="微软雅黑" panose="020B0503020204020204" pitchFamily="34" charset="-122"/>
                <a:ea typeface="微软雅黑" panose="020B0503020204020204" pitchFamily="34" charset="-122"/>
              </a:rPr>
              <a:t>T1</a:t>
            </a:r>
            <a:r>
              <a:rPr lang="zh-CN" altLang="en-US">
                <a:latin typeface="微软雅黑" panose="020B0503020204020204" pitchFamily="34" charset="-122"/>
                <a:ea typeface="微软雅黑" panose="020B0503020204020204" pitchFamily="34" charset="-122"/>
              </a:rPr>
              <a:t>又请求封锁</a:t>
            </a:r>
            <a:r>
              <a:rPr lang="en-US" altLang="zh-CN">
                <a:latin typeface="微软雅黑" panose="020B0503020204020204" pitchFamily="34" charset="-122"/>
                <a:ea typeface="微软雅黑" panose="020B0503020204020204" pitchFamily="34" charset="-122"/>
              </a:rPr>
              <a:t>R2</a:t>
            </a:r>
            <a:r>
              <a:rPr lang="zh-CN" altLang="en-US">
                <a:latin typeface="微软雅黑" panose="020B0503020204020204" pitchFamily="34" charset="-122"/>
                <a:ea typeface="微软雅黑" panose="020B0503020204020204" pitchFamily="34" charset="-122"/>
              </a:rPr>
              <a:t>，因</a:t>
            </a:r>
            <a:r>
              <a:rPr lang="en-US" altLang="zh-CN">
                <a:latin typeface="微软雅黑" panose="020B0503020204020204" pitchFamily="34" charset="-122"/>
                <a:ea typeface="微软雅黑" panose="020B0503020204020204" pitchFamily="34" charset="-122"/>
              </a:rPr>
              <a:t>T2</a:t>
            </a:r>
            <a:r>
              <a:rPr lang="zh-CN" altLang="en-US">
                <a:latin typeface="微软雅黑" panose="020B0503020204020204" pitchFamily="34" charset="-122"/>
                <a:ea typeface="微软雅黑" panose="020B0503020204020204" pitchFamily="34" charset="-122"/>
              </a:rPr>
              <a:t>已封锁了</a:t>
            </a:r>
            <a:r>
              <a:rPr lang="en-US" altLang="zh-CN">
                <a:latin typeface="微软雅黑" panose="020B0503020204020204" pitchFamily="34" charset="-122"/>
                <a:ea typeface="微软雅黑" panose="020B0503020204020204" pitchFamily="34" charset="-122"/>
              </a:rPr>
              <a:t>R2</a:t>
            </a:r>
            <a:r>
              <a:rPr lang="zh-CN" altLang="en-US">
                <a:latin typeface="微软雅黑" panose="020B0503020204020204" pitchFamily="34" charset="-122"/>
                <a:ea typeface="微软雅黑" panose="020B0503020204020204" pitchFamily="34" charset="-122"/>
              </a:rPr>
              <a:t>，于是</a:t>
            </a:r>
            <a:r>
              <a:rPr lang="en-US" altLang="zh-CN">
                <a:latin typeface="微软雅黑" panose="020B0503020204020204" pitchFamily="34" charset="-122"/>
                <a:ea typeface="微软雅黑" panose="020B0503020204020204" pitchFamily="34" charset="-122"/>
              </a:rPr>
              <a:t>T1</a:t>
            </a:r>
            <a:r>
              <a:rPr lang="zh-CN" altLang="en-US">
                <a:latin typeface="微软雅黑" panose="020B0503020204020204" pitchFamily="34" charset="-122"/>
                <a:ea typeface="微软雅黑" panose="020B0503020204020204" pitchFamily="34" charset="-122"/>
              </a:rPr>
              <a:t>等待</a:t>
            </a:r>
            <a:r>
              <a:rPr lang="en-US" altLang="zh-CN">
                <a:latin typeface="微软雅黑" panose="020B0503020204020204" pitchFamily="34" charset="-122"/>
                <a:ea typeface="微软雅黑" panose="020B0503020204020204" pitchFamily="34" charset="-122"/>
              </a:rPr>
              <a:t>T2</a:t>
            </a:r>
            <a:r>
              <a:rPr lang="zh-CN" altLang="en-US">
                <a:latin typeface="微软雅黑" panose="020B0503020204020204" pitchFamily="34" charset="-122"/>
                <a:ea typeface="微软雅黑" panose="020B0503020204020204" pitchFamily="34" charset="-122"/>
              </a:rPr>
              <a:t>释放</a:t>
            </a:r>
            <a:r>
              <a:rPr lang="en-US" altLang="zh-CN">
                <a:latin typeface="微软雅黑" panose="020B0503020204020204" pitchFamily="34" charset="-122"/>
                <a:ea typeface="微软雅黑" panose="020B0503020204020204" pitchFamily="34" charset="-122"/>
              </a:rPr>
              <a:t>R2</a:t>
            </a:r>
            <a:r>
              <a:rPr lang="zh-CN" altLang="en-US">
                <a:latin typeface="微软雅黑" panose="020B0503020204020204" pitchFamily="34" charset="-122"/>
                <a:ea typeface="微软雅黑" panose="020B0503020204020204" pitchFamily="34" charset="-122"/>
              </a:rPr>
              <a:t>上的锁</a:t>
            </a:r>
            <a:endParaRPr lang="en-US" altLang="zh-CN">
              <a:latin typeface="微软雅黑" panose="020B0503020204020204" pitchFamily="34" charset="-122"/>
              <a:ea typeface="微软雅黑" panose="020B0503020204020204" pitchFamily="34" charset="-122"/>
            </a:endParaRPr>
          </a:p>
          <a:p>
            <a:pPr marL="268288" lvl="2" indent="-268288">
              <a:lnSpc>
                <a:spcPct val="100000"/>
              </a:lnSpc>
              <a:buFont typeface="Arial" panose="020B0604020202020204" pitchFamily="34" charset="0"/>
              <a:buChar char="•"/>
            </a:pPr>
            <a:endParaRPr lang="zh-CN" altLang="en-US" sz="1000">
              <a:latin typeface="微软雅黑" panose="020B0503020204020204" pitchFamily="34" charset="-122"/>
              <a:ea typeface="微软雅黑" panose="020B0503020204020204" pitchFamily="34" charset="-122"/>
            </a:endParaRPr>
          </a:p>
          <a:p>
            <a:pPr marL="268288" lvl="2" indent="-268288">
              <a:lnSpc>
                <a:spcPct val="100000"/>
              </a:lnSpc>
              <a:buFont typeface="Arial" panose="020B0604020202020204" pitchFamily="34" charset="0"/>
              <a:buChar char="•"/>
            </a:pPr>
            <a:r>
              <a:rPr lang="zh-CN" altLang="en-US">
                <a:latin typeface="微软雅黑" panose="020B0503020204020204" pitchFamily="34" charset="-122"/>
                <a:ea typeface="微软雅黑" panose="020B0503020204020204" pitchFamily="34" charset="-122"/>
              </a:rPr>
              <a:t>接着</a:t>
            </a:r>
            <a:r>
              <a:rPr lang="en-US" altLang="zh-CN">
                <a:latin typeface="微软雅黑" panose="020B0503020204020204" pitchFamily="34" charset="-122"/>
                <a:ea typeface="微软雅黑" panose="020B0503020204020204" pitchFamily="34" charset="-122"/>
              </a:rPr>
              <a:t>T2</a:t>
            </a:r>
            <a:r>
              <a:rPr lang="zh-CN" altLang="en-US">
                <a:latin typeface="微软雅黑" panose="020B0503020204020204" pitchFamily="34" charset="-122"/>
                <a:ea typeface="微软雅黑" panose="020B0503020204020204" pitchFamily="34" charset="-122"/>
              </a:rPr>
              <a:t>又申请封锁</a:t>
            </a:r>
            <a:r>
              <a:rPr lang="en-US" altLang="zh-CN">
                <a:latin typeface="微软雅黑" panose="020B0503020204020204" pitchFamily="34" charset="-122"/>
                <a:ea typeface="微软雅黑" panose="020B0503020204020204" pitchFamily="34" charset="-122"/>
              </a:rPr>
              <a:t>R1</a:t>
            </a:r>
            <a:r>
              <a:rPr lang="zh-CN" altLang="en-US">
                <a:latin typeface="微软雅黑" panose="020B0503020204020204" pitchFamily="34" charset="-122"/>
                <a:ea typeface="微软雅黑" panose="020B0503020204020204" pitchFamily="34" charset="-122"/>
              </a:rPr>
              <a:t>，因</a:t>
            </a:r>
            <a:r>
              <a:rPr lang="en-US" altLang="zh-CN">
                <a:latin typeface="微软雅黑" panose="020B0503020204020204" pitchFamily="34" charset="-122"/>
                <a:ea typeface="微软雅黑" panose="020B0503020204020204" pitchFamily="34" charset="-122"/>
              </a:rPr>
              <a:t>T1</a:t>
            </a:r>
            <a:r>
              <a:rPr lang="zh-CN" altLang="en-US">
                <a:latin typeface="微软雅黑" panose="020B0503020204020204" pitchFamily="34" charset="-122"/>
                <a:ea typeface="微软雅黑" panose="020B0503020204020204" pitchFamily="34" charset="-122"/>
              </a:rPr>
              <a:t>已封锁了</a:t>
            </a:r>
            <a:r>
              <a:rPr lang="en-US" altLang="zh-CN">
                <a:latin typeface="微软雅黑" panose="020B0503020204020204" pitchFamily="34" charset="-122"/>
                <a:ea typeface="微软雅黑" panose="020B0503020204020204" pitchFamily="34" charset="-122"/>
              </a:rPr>
              <a:t>R1</a:t>
            </a:r>
            <a:r>
              <a:rPr lang="zh-CN" altLang="en-US">
                <a:latin typeface="微软雅黑" panose="020B0503020204020204" pitchFamily="34" charset="-122"/>
                <a:ea typeface="微软雅黑" panose="020B0503020204020204" pitchFamily="34" charset="-122"/>
              </a:rPr>
              <a:t>，</a:t>
            </a:r>
            <a:r>
              <a:rPr lang="en-US" altLang="zh-CN">
                <a:latin typeface="微软雅黑" panose="020B0503020204020204" pitchFamily="34" charset="-122"/>
                <a:ea typeface="微软雅黑" panose="020B0503020204020204" pitchFamily="34" charset="-122"/>
              </a:rPr>
              <a:t>T2</a:t>
            </a:r>
            <a:r>
              <a:rPr lang="zh-CN" altLang="en-US">
                <a:latin typeface="微软雅黑" panose="020B0503020204020204" pitchFamily="34" charset="-122"/>
                <a:ea typeface="微软雅黑" panose="020B0503020204020204" pitchFamily="34" charset="-122"/>
              </a:rPr>
              <a:t>也只能等待</a:t>
            </a:r>
            <a:r>
              <a:rPr lang="en-US" altLang="zh-CN">
                <a:latin typeface="微软雅黑" panose="020B0503020204020204" pitchFamily="34" charset="-122"/>
                <a:ea typeface="微软雅黑" panose="020B0503020204020204" pitchFamily="34" charset="-122"/>
              </a:rPr>
              <a:t>T1</a:t>
            </a:r>
            <a:r>
              <a:rPr lang="zh-CN" altLang="en-US">
                <a:latin typeface="微软雅黑" panose="020B0503020204020204" pitchFamily="34" charset="-122"/>
                <a:ea typeface="微软雅黑" panose="020B0503020204020204" pitchFamily="34" charset="-122"/>
              </a:rPr>
              <a:t>释放</a:t>
            </a:r>
            <a:r>
              <a:rPr lang="en-US" altLang="zh-CN">
                <a:latin typeface="微软雅黑" panose="020B0503020204020204" pitchFamily="34" charset="-122"/>
                <a:ea typeface="微软雅黑" panose="020B0503020204020204" pitchFamily="34" charset="-122"/>
              </a:rPr>
              <a:t>R1</a:t>
            </a:r>
            <a:r>
              <a:rPr lang="zh-CN" altLang="en-US">
                <a:latin typeface="微软雅黑" panose="020B0503020204020204" pitchFamily="34" charset="-122"/>
                <a:ea typeface="微软雅黑" panose="020B0503020204020204" pitchFamily="34" charset="-122"/>
              </a:rPr>
              <a:t>上的锁</a:t>
            </a:r>
            <a:endParaRPr lang="en-US" altLang="zh-CN">
              <a:latin typeface="微软雅黑" panose="020B0503020204020204" pitchFamily="34" charset="-122"/>
              <a:ea typeface="微软雅黑" panose="020B0503020204020204" pitchFamily="34" charset="-122"/>
            </a:endParaRPr>
          </a:p>
          <a:p>
            <a:pPr marL="268288" lvl="2" indent="-268288">
              <a:lnSpc>
                <a:spcPct val="100000"/>
              </a:lnSpc>
              <a:buFont typeface="Arial" panose="020B0604020202020204" pitchFamily="34" charset="0"/>
              <a:buChar char="•"/>
            </a:pPr>
            <a:endParaRPr lang="zh-CN" altLang="en-US" sz="1000">
              <a:latin typeface="微软雅黑" panose="020B0503020204020204" pitchFamily="34" charset="-122"/>
              <a:ea typeface="微软雅黑" panose="020B0503020204020204" pitchFamily="34" charset="-122"/>
            </a:endParaRPr>
          </a:p>
          <a:p>
            <a:pPr marL="268288" lvl="2" indent="-268288">
              <a:lnSpc>
                <a:spcPct val="100000"/>
              </a:lnSpc>
              <a:buFont typeface="Arial" panose="020B0604020202020204" pitchFamily="34" charset="0"/>
              <a:buChar char="•"/>
            </a:pPr>
            <a:r>
              <a:rPr lang="zh-CN" altLang="en-US">
                <a:latin typeface="微软雅黑" panose="020B0503020204020204" pitchFamily="34" charset="-122"/>
                <a:ea typeface="微软雅黑" panose="020B0503020204020204" pitchFamily="34" charset="-122"/>
              </a:rPr>
              <a:t>这样</a:t>
            </a:r>
            <a:r>
              <a:rPr lang="en-US" altLang="zh-CN">
                <a:latin typeface="微软雅黑" panose="020B0503020204020204" pitchFamily="34" charset="-122"/>
                <a:ea typeface="微软雅黑" panose="020B0503020204020204" pitchFamily="34" charset="-122"/>
              </a:rPr>
              <a:t>T1</a:t>
            </a:r>
            <a:r>
              <a:rPr lang="zh-CN" altLang="en-US">
                <a:latin typeface="微软雅黑" panose="020B0503020204020204" pitchFamily="34" charset="-122"/>
                <a:ea typeface="微软雅黑" panose="020B0503020204020204" pitchFamily="34" charset="-122"/>
              </a:rPr>
              <a:t>在等待</a:t>
            </a:r>
            <a:r>
              <a:rPr lang="en-US" altLang="zh-CN">
                <a:latin typeface="微软雅黑" panose="020B0503020204020204" pitchFamily="34" charset="-122"/>
                <a:ea typeface="微软雅黑" panose="020B0503020204020204" pitchFamily="34" charset="-122"/>
              </a:rPr>
              <a:t>T2</a:t>
            </a:r>
            <a:r>
              <a:rPr lang="zh-CN" altLang="en-US">
                <a:latin typeface="微软雅黑" panose="020B0503020204020204" pitchFamily="34" charset="-122"/>
                <a:ea typeface="微软雅黑" panose="020B0503020204020204" pitchFamily="34" charset="-122"/>
              </a:rPr>
              <a:t>，而</a:t>
            </a:r>
            <a:r>
              <a:rPr lang="en-US" altLang="zh-CN">
                <a:latin typeface="微软雅黑" panose="020B0503020204020204" pitchFamily="34" charset="-122"/>
                <a:ea typeface="微软雅黑" panose="020B0503020204020204" pitchFamily="34" charset="-122"/>
              </a:rPr>
              <a:t>T2</a:t>
            </a:r>
            <a:r>
              <a:rPr lang="zh-CN" altLang="en-US">
                <a:latin typeface="微软雅黑" panose="020B0503020204020204" pitchFamily="34" charset="-122"/>
                <a:ea typeface="微软雅黑" panose="020B0503020204020204" pitchFamily="34" charset="-122"/>
              </a:rPr>
              <a:t>又在等待</a:t>
            </a:r>
            <a:r>
              <a:rPr lang="en-US" altLang="zh-CN">
                <a:latin typeface="微软雅黑" panose="020B0503020204020204" pitchFamily="34" charset="-122"/>
                <a:ea typeface="微软雅黑" panose="020B0503020204020204" pitchFamily="34" charset="-122"/>
              </a:rPr>
              <a:t>T1</a:t>
            </a:r>
            <a:r>
              <a:rPr lang="zh-CN" altLang="en-US">
                <a:latin typeface="微软雅黑" panose="020B0503020204020204" pitchFamily="34" charset="-122"/>
                <a:ea typeface="微软雅黑" panose="020B0503020204020204" pitchFamily="34" charset="-122"/>
              </a:rPr>
              <a:t>，</a:t>
            </a:r>
            <a:r>
              <a:rPr lang="en-US" altLang="zh-CN">
                <a:latin typeface="微软雅黑" panose="020B0503020204020204" pitchFamily="34" charset="-122"/>
                <a:ea typeface="微软雅黑" panose="020B0503020204020204" pitchFamily="34" charset="-122"/>
              </a:rPr>
              <a:t>T1</a:t>
            </a:r>
            <a:r>
              <a:rPr lang="zh-CN" altLang="en-US">
                <a:latin typeface="微软雅黑" panose="020B0503020204020204" pitchFamily="34" charset="-122"/>
                <a:ea typeface="微软雅黑" panose="020B0503020204020204" pitchFamily="34" charset="-122"/>
              </a:rPr>
              <a:t>和</a:t>
            </a:r>
            <a:r>
              <a:rPr lang="en-US" altLang="zh-CN">
                <a:latin typeface="微软雅黑" panose="020B0503020204020204" pitchFamily="34" charset="-122"/>
                <a:ea typeface="微软雅黑" panose="020B0503020204020204" pitchFamily="34" charset="-122"/>
              </a:rPr>
              <a:t>T2</a:t>
            </a:r>
            <a:r>
              <a:rPr lang="zh-CN" altLang="en-US">
                <a:latin typeface="微软雅黑" panose="020B0503020204020204" pitchFamily="34" charset="-122"/>
                <a:ea typeface="微软雅黑" panose="020B0503020204020204" pitchFamily="34" charset="-122"/>
              </a:rPr>
              <a:t>两个事务永远不能结束，形成死锁</a:t>
            </a:r>
          </a:p>
        </p:txBody>
      </p:sp>
      <p:sp>
        <p:nvSpPr>
          <p:cNvPr id="9" name="矩形 8">
            <a:extLst>
              <a:ext uri="{FF2B5EF4-FFF2-40B4-BE49-F238E27FC236}">
                <a16:creationId xmlns:a16="http://schemas.microsoft.com/office/drawing/2014/main" id="{4AFDFAA6-E1A0-40BE-B9FF-DCEB1AAC392A}"/>
              </a:ext>
            </a:extLst>
          </p:cNvPr>
          <p:cNvSpPr/>
          <p:nvPr/>
        </p:nvSpPr>
        <p:spPr>
          <a:xfrm>
            <a:off x="5167118" y="4707887"/>
            <a:ext cx="6587474" cy="1384353"/>
          </a:xfrm>
          <a:prstGeom prst="rect">
            <a:avLst/>
          </a:prstGeom>
        </p:spPr>
        <p:txBody>
          <a:bodyPr wrap="square">
            <a:spAutoFit/>
          </a:bodyPr>
          <a:lstStyle/>
          <a:p>
            <a:pPr>
              <a:lnSpc>
                <a:spcPct val="120000"/>
              </a:lnSpc>
            </a:pPr>
            <a:r>
              <a:rPr lang="zh-CN" altLang="en-US" sz="2400">
                <a:solidFill>
                  <a:srgbClr val="FF0000"/>
                </a:solidFill>
                <a:latin typeface="微软雅黑" panose="020B0503020204020204" pitchFamily="34" charset="-122"/>
                <a:ea typeface="微软雅黑" panose="020B0503020204020204" pitchFamily="34" charset="-122"/>
              </a:rPr>
              <a:t>解决方案：</a:t>
            </a:r>
            <a:endParaRPr lang="en-US" altLang="zh-CN" sz="2400">
              <a:solidFill>
                <a:srgbClr val="FF0000"/>
              </a:solidFill>
              <a:latin typeface="微软雅黑" panose="020B0503020204020204" pitchFamily="34" charset="-122"/>
              <a:ea typeface="微软雅黑" panose="020B0503020204020204" pitchFamily="34" charset="-122"/>
            </a:endParaRPr>
          </a:p>
          <a:p>
            <a:pPr marL="179388" indent="-179388">
              <a:lnSpc>
                <a:spcPct val="120000"/>
              </a:lnSpc>
              <a:buFont typeface="Arial" panose="020B0604020202020204" pitchFamily="34" charset="0"/>
              <a:buChar char="•"/>
            </a:pPr>
            <a:r>
              <a:rPr lang="zh-CN" altLang="en-US" sz="2400">
                <a:solidFill>
                  <a:srgbClr val="FF0000"/>
                </a:solidFill>
                <a:latin typeface="微软雅黑" panose="020B0503020204020204" pitchFamily="34" charset="-122"/>
                <a:ea typeface="微软雅黑" panose="020B0503020204020204" pitchFamily="34" charset="-122"/>
              </a:rPr>
              <a:t>预防死锁</a:t>
            </a:r>
            <a:endParaRPr lang="en-US" altLang="zh-CN" sz="2400">
              <a:solidFill>
                <a:srgbClr val="FF0000"/>
              </a:solidFill>
              <a:latin typeface="微软雅黑" panose="020B0503020204020204" pitchFamily="34" charset="-122"/>
              <a:ea typeface="微软雅黑" panose="020B0503020204020204" pitchFamily="34" charset="-122"/>
            </a:endParaRPr>
          </a:p>
          <a:p>
            <a:pPr marL="179388" indent="-179388">
              <a:lnSpc>
                <a:spcPct val="120000"/>
              </a:lnSpc>
              <a:buFont typeface="Arial" panose="020B0604020202020204" pitchFamily="34" charset="0"/>
              <a:buChar char="•"/>
            </a:pPr>
            <a:r>
              <a:rPr lang="zh-CN" altLang="en-US" sz="2400">
                <a:latin typeface="微软雅黑" panose="020B0503020204020204" pitchFamily="34" charset="-122"/>
                <a:ea typeface="微软雅黑" panose="020B0503020204020204" pitchFamily="34" charset="-122"/>
              </a:rPr>
              <a:t>允许发生死锁，但</a:t>
            </a:r>
            <a:r>
              <a:rPr lang="zh-CN" altLang="en-US" sz="2400">
                <a:solidFill>
                  <a:srgbClr val="FF0000"/>
                </a:solidFill>
                <a:latin typeface="微软雅黑" panose="020B0503020204020204" pitchFamily="34" charset="-122"/>
                <a:ea typeface="微软雅黑" panose="020B0503020204020204" pitchFamily="34" charset="-122"/>
              </a:rPr>
              <a:t>定期诊断</a:t>
            </a:r>
            <a:r>
              <a:rPr lang="zh-CN" altLang="en-US" sz="2400">
                <a:latin typeface="微软雅黑" panose="020B0503020204020204" pitchFamily="34" charset="-122"/>
                <a:ea typeface="微软雅黑" panose="020B0503020204020204" pitchFamily="34" charset="-122"/>
              </a:rPr>
              <a:t>死锁；若</a:t>
            </a:r>
            <a:r>
              <a:rPr lang="zh-CN" altLang="en-US" sz="2400">
                <a:solidFill>
                  <a:srgbClr val="FF0000"/>
                </a:solidFill>
                <a:latin typeface="微软雅黑" panose="020B0503020204020204" pitchFamily="34" charset="-122"/>
                <a:ea typeface="微软雅黑" panose="020B0503020204020204" pitchFamily="34" charset="-122"/>
              </a:rPr>
              <a:t>有则解除</a:t>
            </a:r>
          </a:p>
        </p:txBody>
      </p:sp>
      <p:graphicFrame>
        <p:nvGraphicFramePr>
          <p:cNvPr id="10" name="表格 9">
            <a:extLst>
              <a:ext uri="{FF2B5EF4-FFF2-40B4-BE49-F238E27FC236}">
                <a16:creationId xmlns:a16="http://schemas.microsoft.com/office/drawing/2014/main" id="{4C83E8D9-E537-4076-B2D5-3A957C49B52B}"/>
              </a:ext>
            </a:extLst>
          </p:cNvPr>
          <p:cNvGraphicFramePr>
            <a:graphicFrameLocks noGrp="1"/>
          </p:cNvGraphicFramePr>
          <p:nvPr>
            <p:extLst/>
          </p:nvPr>
        </p:nvGraphicFramePr>
        <p:xfrm>
          <a:off x="1027906" y="1759287"/>
          <a:ext cx="3772695" cy="4470084"/>
        </p:xfrm>
        <a:graphic>
          <a:graphicData uri="http://schemas.openxmlformats.org/drawingml/2006/table">
            <a:tbl>
              <a:tblPr>
                <a:tableStyleId>{5C22544A-7EE6-4342-B048-85BDC9FD1C3A}</a:tableStyleId>
              </a:tblPr>
              <a:tblGrid>
                <a:gridCol w="1915368">
                  <a:extLst>
                    <a:ext uri="{9D8B030D-6E8A-4147-A177-3AD203B41FA5}">
                      <a16:colId xmlns:a16="http://schemas.microsoft.com/office/drawing/2014/main" val="20000"/>
                    </a:ext>
                  </a:extLst>
                </a:gridCol>
                <a:gridCol w="1857327">
                  <a:extLst>
                    <a:ext uri="{9D8B030D-6E8A-4147-A177-3AD203B41FA5}">
                      <a16:colId xmlns:a16="http://schemas.microsoft.com/office/drawing/2014/main" val="20001"/>
                    </a:ext>
                  </a:extLst>
                </a:gridCol>
              </a:tblGrid>
              <a:tr h="378790">
                <a:tc>
                  <a:txBody>
                    <a:bodyPr/>
                    <a:lstStyle/>
                    <a:p>
                      <a:pPr algn="ctr">
                        <a:spcAft>
                          <a:spcPts val="0"/>
                        </a:spcAft>
                      </a:pPr>
                      <a:r>
                        <a:rPr lang="en-US" sz="2000" b="0" kern="100" dirty="0">
                          <a:solidFill>
                            <a:srgbClr val="0000FF"/>
                          </a:solidFill>
                          <a:effectLst/>
                          <a:latin typeface="微软雅黑" panose="020B0503020204020204" pitchFamily="34" charset="-122"/>
                          <a:ea typeface="微软雅黑" panose="020B0503020204020204" pitchFamily="34" charset="-122"/>
                        </a:rPr>
                        <a:t>T</a:t>
                      </a:r>
                      <a:r>
                        <a:rPr lang="en-US" sz="2000" b="0" kern="100" baseline="-25000" dirty="0">
                          <a:solidFill>
                            <a:srgbClr val="0000FF"/>
                          </a:solidFill>
                          <a:effectLst/>
                          <a:latin typeface="微软雅黑" panose="020B0503020204020204" pitchFamily="34" charset="-122"/>
                          <a:ea typeface="微软雅黑" panose="020B0503020204020204" pitchFamily="34" charset="-122"/>
                        </a:rPr>
                        <a:t>1</a:t>
                      </a:r>
                      <a:endParaRPr lang="zh-CN" sz="2000" b="0" kern="100" dirty="0">
                        <a:solidFill>
                          <a:srgbClr val="0000FF"/>
                        </a:solidFill>
                        <a:effectLst/>
                        <a:latin typeface="微软雅黑" panose="020B0503020204020204" pitchFamily="34" charset="-122"/>
                        <a:ea typeface="微软雅黑" panose="020B0503020204020204" pitchFamily="34" charset="-122"/>
                        <a:cs typeface="Courier New"/>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a:spcAft>
                          <a:spcPts val="0"/>
                        </a:spcAft>
                      </a:pPr>
                      <a:r>
                        <a:rPr lang="en-US" sz="2000" b="0" kern="100" dirty="0">
                          <a:solidFill>
                            <a:srgbClr val="0000FF"/>
                          </a:solidFill>
                          <a:effectLst/>
                          <a:latin typeface="微软雅黑" panose="020B0503020204020204" pitchFamily="34" charset="-122"/>
                          <a:ea typeface="微软雅黑" panose="020B0503020204020204" pitchFamily="34" charset="-122"/>
                        </a:rPr>
                        <a:t>T</a:t>
                      </a:r>
                      <a:r>
                        <a:rPr lang="en-US" sz="2000" b="0" kern="100" baseline="-25000" dirty="0">
                          <a:solidFill>
                            <a:srgbClr val="0000FF"/>
                          </a:solidFill>
                          <a:effectLst/>
                          <a:latin typeface="微软雅黑" panose="020B0503020204020204" pitchFamily="34" charset="-122"/>
                          <a:ea typeface="微软雅黑" panose="020B0503020204020204" pitchFamily="34" charset="-122"/>
                        </a:rPr>
                        <a:t>2</a:t>
                      </a:r>
                      <a:endParaRPr lang="zh-CN" sz="2000" b="0" kern="100" dirty="0">
                        <a:solidFill>
                          <a:srgbClr val="0000FF"/>
                        </a:solidFill>
                        <a:effectLst/>
                        <a:latin typeface="微软雅黑" panose="020B0503020204020204" pitchFamily="34" charset="-122"/>
                        <a:ea typeface="微软雅黑" panose="020B0503020204020204" pitchFamily="34" charset="-122"/>
                        <a:cs typeface="Courier New"/>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812997">
                <a:tc>
                  <a:txBody>
                    <a:bodyPr/>
                    <a:lstStyle/>
                    <a:p>
                      <a:pPr algn="ctr">
                        <a:spcAft>
                          <a:spcPts val="0"/>
                        </a:spcAft>
                      </a:pPr>
                      <a:r>
                        <a:rPr lang="en-US" altLang="zh-CN" sz="2000" b="0" kern="100" dirty="0">
                          <a:solidFill>
                            <a:srgbClr val="0000FF"/>
                          </a:solidFill>
                          <a:effectLst/>
                          <a:latin typeface="微软雅黑" panose="020B0503020204020204" pitchFamily="34" charset="-122"/>
                          <a:ea typeface="微软雅黑" panose="020B0503020204020204" pitchFamily="34" charset="-122"/>
                        </a:rPr>
                        <a:t>L</a:t>
                      </a:r>
                      <a:r>
                        <a:rPr lang="en-US" sz="2000" b="0" kern="100" dirty="0">
                          <a:solidFill>
                            <a:srgbClr val="0000FF"/>
                          </a:solidFill>
                          <a:effectLst/>
                          <a:latin typeface="微软雅黑" panose="020B0503020204020204" pitchFamily="34" charset="-122"/>
                          <a:ea typeface="微软雅黑" panose="020B0503020204020204" pitchFamily="34" charset="-122"/>
                        </a:rPr>
                        <a:t>ock R</a:t>
                      </a:r>
                      <a:r>
                        <a:rPr lang="en-US" sz="2000" b="0" kern="100" baseline="-25000" dirty="0">
                          <a:solidFill>
                            <a:srgbClr val="0000FF"/>
                          </a:solidFill>
                          <a:effectLst/>
                          <a:latin typeface="微软雅黑" panose="020B0503020204020204" pitchFamily="34" charset="-122"/>
                          <a:ea typeface="微软雅黑" panose="020B0503020204020204" pitchFamily="34" charset="-122"/>
                        </a:rPr>
                        <a:t>1</a:t>
                      </a:r>
                      <a:endParaRPr lang="zh-CN" sz="2000" b="0" kern="100" dirty="0">
                        <a:solidFill>
                          <a:srgbClr val="0000FF"/>
                        </a:solidFill>
                        <a:effectLst/>
                        <a:latin typeface="微软雅黑" panose="020B0503020204020204" pitchFamily="34" charset="-122"/>
                        <a:ea typeface="微软雅黑" panose="020B0503020204020204" pitchFamily="34" charset="-122"/>
                        <a:cs typeface="Courier New"/>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noFill/>
                  </a:tcPr>
                </a:tc>
                <a:tc>
                  <a:txBody>
                    <a:bodyPr/>
                    <a:lstStyle/>
                    <a:p>
                      <a:pPr algn="ctr">
                        <a:spcAft>
                          <a:spcPts val="0"/>
                        </a:spcAft>
                      </a:pPr>
                      <a:r>
                        <a:rPr lang="zh-CN" sz="2000" b="0" kern="100" dirty="0">
                          <a:solidFill>
                            <a:srgbClr val="0000FF"/>
                          </a:solidFill>
                          <a:effectLst/>
                          <a:latin typeface="微软雅黑" panose="020B0503020204020204" pitchFamily="34" charset="-122"/>
                          <a:ea typeface="微软雅黑" panose="020B0503020204020204" pitchFamily="34" charset="-122"/>
                        </a:rPr>
                        <a:t>•</a:t>
                      </a:r>
                      <a:endParaRPr lang="en-US" altLang="zh-CN" sz="2000" b="0" kern="100" dirty="0">
                        <a:solidFill>
                          <a:srgbClr val="0000FF"/>
                        </a:solidFill>
                        <a:effectLst/>
                        <a:latin typeface="微软雅黑" panose="020B0503020204020204" pitchFamily="34" charset="-122"/>
                        <a:ea typeface="微软雅黑" panose="020B0503020204020204" pitchFamily="34" charset="-122"/>
                      </a:endParaRPr>
                    </a:p>
                    <a:p>
                      <a:pPr marL="0" marR="0" indent="0" algn="ctr" defTabSz="914400" rtl="0" eaLnBrk="1" fontAlgn="auto" latinLnBrk="0" hangingPunct="1">
                        <a:lnSpc>
                          <a:spcPct val="100000"/>
                        </a:lnSpc>
                        <a:spcBef>
                          <a:spcPts val="0"/>
                        </a:spcBef>
                        <a:spcAft>
                          <a:spcPts val="0"/>
                        </a:spcAft>
                        <a:buClrTx/>
                        <a:buSzTx/>
                        <a:buFontTx/>
                        <a:buNone/>
                        <a:tabLst/>
                        <a:defRPr/>
                      </a:pPr>
                      <a:r>
                        <a:rPr lang="zh-CN" altLang="zh-CN" sz="2000" b="0" kern="100" dirty="0">
                          <a:solidFill>
                            <a:srgbClr val="0000FF"/>
                          </a:solidFill>
                          <a:effectLst/>
                          <a:latin typeface="微软雅黑" panose="020B0503020204020204" pitchFamily="34" charset="-122"/>
                          <a:ea typeface="微软雅黑" panose="020B0503020204020204" pitchFamily="34" charset="-122"/>
                        </a:rPr>
                        <a:t>•</a:t>
                      </a:r>
                      <a:endParaRPr lang="en-US" altLang="zh-CN" sz="2000" b="0" kern="100" dirty="0">
                        <a:solidFill>
                          <a:srgbClr val="0000FF"/>
                        </a:solidFill>
                        <a:effectLst/>
                        <a:latin typeface="微软雅黑" panose="020B0503020204020204" pitchFamily="34" charset="-122"/>
                        <a:ea typeface="微软雅黑" panose="020B0503020204020204" pitchFamily="34" charset="-122"/>
                      </a:endParaRPr>
                    </a:p>
                    <a:p>
                      <a:pPr marL="0" marR="0" indent="0" algn="ctr" defTabSz="914400" rtl="0" eaLnBrk="1" fontAlgn="auto" latinLnBrk="0" hangingPunct="1">
                        <a:lnSpc>
                          <a:spcPct val="100000"/>
                        </a:lnSpc>
                        <a:spcBef>
                          <a:spcPts val="0"/>
                        </a:spcBef>
                        <a:spcAft>
                          <a:spcPts val="0"/>
                        </a:spcAft>
                        <a:buClrTx/>
                        <a:buSzTx/>
                        <a:buFontTx/>
                        <a:buNone/>
                        <a:tabLst/>
                        <a:defRPr/>
                      </a:pPr>
                      <a:r>
                        <a:rPr lang="zh-CN" altLang="zh-CN" sz="2000" b="0" kern="100" dirty="0">
                          <a:solidFill>
                            <a:srgbClr val="0000FF"/>
                          </a:solidFill>
                          <a:effectLst/>
                          <a:latin typeface="微软雅黑" panose="020B0503020204020204" pitchFamily="34" charset="-122"/>
                          <a:ea typeface="微软雅黑" panose="020B0503020204020204" pitchFamily="34" charset="-122"/>
                        </a:rPr>
                        <a:t>•</a:t>
                      </a:r>
                      <a:endParaRPr lang="zh-CN" sz="2000" b="0" kern="100" dirty="0">
                        <a:solidFill>
                          <a:srgbClr val="0000FF"/>
                        </a:solidFill>
                        <a:effectLst/>
                        <a:latin typeface="微软雅黑" panose="020B0503020204020204" pitchFamily="34" charset="-122"/>
                        <a:ea typeface="微软雅黑" panose="020B0503020204020204" pitchFamily="34" charset="-122"/>
                        <a:cs typeface="Courier New"/>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1"/>
                  </a:ext>
                </a:extLst>
              </a:tr>
              <a:tr h="270999">
                <a:tc>
                  <a:txBody>
                    <a:bodyPr/>
                    <a:lstStyle/>
                    <a:p>
                      <a:pPr algn="ctr">
                        <a:spcAft>
                          <a:spcPts val="0"/>
                        </a:spcAft>
                      </a:pPr>
                      <a:r>
                        <a:rPr lang="zh-CN" sz="2000" b="0" kern="100" dirty="0">
                          <a:solidFill>
                            <a:srgbClr val="0000FF"/>
                          </a:solidFill>
                          <a:effectLst/>
                          <a:latin typeface="微软雅黑" panose="020B0503020204020204" pitchFamily="34" charset="-122"/>
                          <a:ea typeface="微软雅黑" panose="020B0503020204020204" pitchFamily="34" charset="-122"/>
                        </a:rPr>
                        <a:t>•</a:t>
                      </a:r>
                      <a:endParaRPr lang="zh-CN" sz="2000" b="0" kern="100" dirty="0">
                        <a:solidFill>
                          <a:srgbClr val="0000FF"/>
                        </a:solidFill>
                        <a:effectLst/>
                        <a:latin typeface="微软雅黑" panose="020B0503020204020204" pitchFamily="34" charset="-122"/>
                        <a:ea typeface="微软雅黑" panose="020B0503020204020204" pitchFamily="34" charset="-122"/>
                        <a:cs typeface="Courier New"/>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a:spcAft>
                          <a:spcPts val="0"/>
                        </a:spcAft>
                      </a:pPr>
                      <a:r>
                        <a:rPr lang="en-US" sz="2000" b="0" kern="100" dirty="0">
                          <a:solidFill>
                            <a:srgbClr val="0000FF"/>
                          </a:solidFill>
                          <a:effectLst/>
                          <a:latin typeface="微软雅黑" panose="020B0503020204020204" pitchFamily="34" charset="-122"/>
                          <a:ea typeface="微软雅黑" panose="020B0503020204020204" pitchFamily="34" charset="-122"/>
                        </a:rPr>
                        <a:t>Lock R</a:t>
                      </a:r>
                      <a:r>
                        <a:rPr lang="en-US" sz="2000" b="0" kern="100" baseline="-25000" dirty="0">
                          <a:solidFill>
                            <a:srgbClr val="0000FF"/>
                          </a:solidFill>
                          <a:effectLst/>
                          <a:latin typeface="微软雅黑" panose="020B0503020204020204" pitchFamily="34" charset="-122"/>
                          <a:ea typeface="微软雅黑" panose="020B0503020204020204" pitchFamily="34" charset="-122"/>
                        </a:rPr>
                        <a:t>2</a:t>
                      </a:r>
                      <a:endParaRPr lang="zh-CN" sz="2000" b="0" kern="100" dirty="0">
                        <a:solidFill>
                          <a:srgbClr val="0000FF"/>
                        </a:solidFill>
                        <a:effectLst/>
                        <a:latin typeface="微软雅黑" panose="020B0503020204020204" pitchFamily="34" charset="-122"/>
                        <a:ea typeface="微软雅黑" panose="020B0503020204020204" pitchFamily="34" charset="-122"/>
                        <a:cs typeface="Courier New"/>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2"/>
                  </a:ext>
                </a:extLst>
              </a:tr>
              <a:tr h="33874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zh-CN" sz="2000" b="0" kern="100" dirty="0">
                          <a:solidFill>
                            <a:srgbClr val="0000FF"/>
                          </a:solidFill>
                          <a:effectLst/>
                          <a:latin typeface="微软雅黑" panose="020B0503020204020204" pitchFamily="34" charset="-122"/>
                          <a:ea typeface="微软雅黑" panose="020B0503020204020204" pitchFamily="34" charset="-122"/>
                        </a:rPr>
                        <a:t>•</a:t>
                      </a:r>
                      <a:endParaRPr lang="zh-CN" sz="2000" b="0" kern="100" dirty="0">
                        <a:solidFill>
                          <a:srgbClr val="0000FF"/>
                        </a:solidFill>
                        <a:effectLst/>
                        <a:latin typeface="微软雅黑" panose="020B0503020204020204" pitchFamily="34" charset="-122"/>
                        <a:ea typeface="微软雅黑" panose="020B0503020204020204" pitchFamily="34" charset="-122"/>
                        <a:cs typeface="Courier New"/>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zh-CN" sz="2000" b="0" kern="100" dirty="0">
                          <a:solidFill>
                            <a:srgbClr val="0000FF"/>
                          </a:solidFill>
                          <a:effectLst/>
                          <a:latin typeface="微软雅黑" panose="020B0503020204020204" pitchFamily="34" charset="-122"/>
                          <a:ea typeface="微软雅黑" panose="020B0503020204020204" pitchFamily="34" charset="-122"/>
                        </a:rPr>
                        <a:t>•</a:t>
                      </a:r>
                      <a:endParaRPr lang="zh-CN" sz="2000" b="0" kern="100" dirty="0">
                        <a:solidFill>
                          <a:srgbClr val="0000FF"/>
                        </a:solidFill>
                        <a:effectLst/>
                        <a:latin typeface="微软雅黑" panose="020B0503020204020204" pitchFamily="34" charset="-122"/>
                        <a:ea typeface="微软雅黑" panose="020B0503020204020204" pitchFamily="34" charset="-122"/>
                        <a:cs typeface="Courier New"/>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3"/>
                  </a:ext>
                </a:extLst>
              </a:tr>
              <a:tr h="270999">
                <a:tc>
                  <a:txBody>
                    <a:bodyPr/>
                    <a:lstStyle/>
                    <a:p>
                      <a:pPr algn="ctr">
                        <a:spcAft>
                          <a:spcPts val="0"/>
                        </a:spcAft>
                      </a:pPr>
                      <a:r>
                        <a:rPr lang="en-US" sz="2000" b="0" kern="100" dirty="0">
                          <a:solidFill>
                            <a:srgbClr val="0000FF"/>
                          </a:solidFill>
                          <a:effectLst/>
                          <a:latin typeface="微软雅黑" panose="020B0503020204020204" pitchFamily="34" charset="-122"/>
                          <a:ea typeface="微软雅黑" panose="020B0503020204020204" pitchFamily="34" charset="-122"/>
                        </a:rPr>
                        <a:t>Lock R</a:t>
                      </a:r>
                      <a:r>
                        <a:rPr lang="en-US" sz="2000" b="0" kern="100" baseline="-25000" dirty="0">
                          <a:solidFill>
                            <a:srgbClr val="0000FF"/>
                          </a:solidFill>
                          <a:effectLst/>
                          <a:latin typeface="微软雅黑" panose="020B0503020204020204" pitchFamily="34" charset="-122"/>
                          <a:ea typeface="微软雅黑" panose="020B0503020204020204" pitchFamily="34" charset="-122"/>
                        </a:rPr>
                        <a:t>2</a:t>
                      </a:r>
                      <a:endParaRPr lang="zh-CN" sz="2000" b="0" kern="100" dirty="0">
                        <a:solidFill>
                          <a:srgbClr val="0000FF"/>
                        </a:solidFill>
                        <a:effectLst/>
                        <a:latin typeface="微软雅黑" panose="020B0503020204020204" pitchFamily="34" charset="-122"/>
                        <a:ea typeface="微软雅黑" panose="020B0503020204020204" pitchFamily="34" charset="-122"/>
                        <a:cs typeface="Courier New"/>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a:spcAft>
                          <a:spcPts val="0"/>
                        </a:spcAft>
                      </a:pPr>
                      <a:r>
                        <a:rPr lang="zh-CN" sz="2000" b="0" kern="100">
                          <a:solidFill>
                            <a:srgbClr val="0000FF"/>
                          </a:solidFill>
                          <a:effectLst/>
                          <a:latin typeface="微软雅黑" panose="020B0503020204020204" pitchFamily="34" charset="-122"/>
                          <a:ea typeface="微软雅黑" panose="020B0503020204020204" pitchFamily="34" charset="-122"/>
                        </a:rPr>
                        <a:t>•</a:t>
                      </a:r>
                      <a:endParaRPr lang="zh-CN" sz="2000" b="0" kern="100">
                        <a:solidFill>
                          <a:srgbClr val="0000FF"/>
                        </a:solidFill>
                        <a:effectLst/>
                        <a:latin typeface="微软雅黑" panose="020B0503020204020204" pitchFamily="34" charset="-122"/>
                        <a:ea typeface="微软雅黑" panose="020B0503020204020204" pitchFamily="34" charset="-122"/>
                        <a:cs typeface="Courier New"/>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4"/>
                  </a:ext>
                </a:extLst>
              </a:tr>
              <a:tr h="270999">
                <a:tc>
                  <a:txBody>
                    <a:bodyPr/>
                    <a:lstStyle/>
                    <a:p>
                      <a:pPr algn="ctr">
                        <a:spcAft>
                          <a:spcPts val="0"/>
                        </a:spcAft>
                      </a:pPr>
                      <a:r>
                        <a:rPr lang="zh-CN" sz="2000" b="0" kern="100">
                          <a:solidFill>
                            <a:srgbClr val="0000FF"/>
                          </a:solidFill>
                          <a:effectLst/>
                          <a:latin typeface="微软雅黑" panose="020B0503020204020204" pitchFamily="34" charset="-122"/>
                          <a:ea typeface="微软雅黑" panose="020B0503020204020204" pitchFamily="34" charset="-122"/>
                        </a:rPr>
                        <a:t>等待</a:t>
                      </a:r>
                      <a:endParaRPr lang="zh-CN" sz="2000" b="0" kern="100">
                        <a:solidFill>
                          <a:srgbClr val="0000FF"/>
                        </a:solidFill>
                        <a:effectLst/>
                        <a:latin typeface="微软雅黑" panose="020B0503020204020204" pitchFamily="34" charset="-122"/>
                        <a:ea typeface="微软雅黑" panose="020B0503020204020204" pitchFamily="34" charset="-122"/>
                        <a:cs typeface="Courier New"/>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a:spcAft>
                          <a:spcPts val="0"/>
                        </a:spcAft>
                      </a:pPr>
                      <a:endParaRPr lang="zh-CN" sz="2000" b="0" kern="100" dirty="0">
                        <a:solidFill>
                          <a:srgbClr val="0000FF"/>
                        </a:solidFill>
                        <a:effectLst/>
                        <a:latin typeface="微软雅黑" panose="020B0503020204020204" pitchFamily="34" charset="-122"/>
                        <a:ea typeface="微软雅黑" panose="020B0503020204020204" pitchFamily="34" charset="-122"/>
                        <a:cs typeface="Courier New"/>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5"/>
                  </a:ext>
                </a:extLst>
              </a:tr>
              <a:tr h="270999">
                <a:tc>
                  <a:txBody>
                    <a:bodyPr/>
                    <a:lstStyle/>
                    <a:p>
                      <a:pPr algn="ctr">
                        <a:spcAft>
                          <a:spcPts val="0"/>
                        </a:spcAft>
                      </a:pPr>
                      <a:r>
                        <a:rPr lang="zh-CN" sz="2000" b="0" kern="100">
                          <a:solidFill>
                            <a:srgbClr val="0000FF"/>
                          </a:solidFill>
                          <a:effectLst/>
                          <a:latin typeface="微软雅黑" panose="020B0503020204020204" pitchFamily="34" charset="-122"/>
                          <a:ea typeface="微软雅黑" panose="020B0503020204020204" pitchFamily="34" charset="-122"/>
                        </a:rPr>
                        <a:t>等待</a:t>
                      </a:r>
                      <a:endParaRPr lang="zh-CN" sz="2000" b="0" kern="100">
                        <a:solidFill>
                          <a:srgbClr val="0000FF"/>
                        </a:solidFill>
                        <a:effectLst/>
                        <a:latin typeface="微软雅黑" panose="020B0503020204020204" pitchFamily="34" charset="-122"/>
                        <a:ea typeface="微软雅黑" panose="020B0503020204020204" pitchFamily="34" charset="-122"/>
                        <a:cs typeface="Courier New"/>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a:spcAft>
                          <a:spcPts val="0"/>
                        </a:spcAft>
                      </a:pPr>
                      <a:endParaRPr lang="zh-CN" sz="2000" b="0" kern="100" dirty="0">
                        <a:solidFill>
                          <a:srgbClr val="0000FF"/>
                        </a:solidFill>
                        <a:effectLst/>
                        <a:latin typeface="微软雅黑" panose="020B0503020204020204" pitchFamily="34" charset="-122"/>
                        <a:ea typeface="微软雅黑" panose="020B0503020204020204" pitchFamily="34" charset="-122"/>
                        <a:cs typeface="Courier New"/>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6"/>
                  </a:ext>
                </a:extLst>
              </a:tr>
              <a:tr h="287146">
                <a:tc>
                  <a:txBody>
                    <a:bodyPr/>
                    <a:lstStyle/>
                    <a:p>
                      <a:pPr algn="ctr">
                        <a:spcAft>
                          <a:spcPts val="0"/>
                        </a:spcAft>
                      </a:pPr>
                      <a:r>
                        <a:rPr lang="zh-CN" sz="2000" b="0" kern="100">
                          <a:solidFill>
                            <a:srgbClr val="0000FF"/>
                          </a:solidFill>
                          <a:effectLst/>
                          <a:latin typeface="微软雅黑" panose="020B0503020204020204" pitchFamily="34" charset="-122"/>
                          <a:ea typeface="微软雅黑" panose="020B0503020204020204" pitchFamily="34" charset="-122"/>
                        </a:rPr>
                        <a:t>等待</a:t>
                      </a:r>
                      <a:endParaRPr lang="zh-CN" sz="2000" b="0" kern="100">
                        <a:solidFill>
                          <a:srgbClr val="0000FF"/>
                        </a:solidFill>
                        <a:effectLst/>
                        <a:latin typeface="微软雅黑" panose="020B0503020204020204" pitchFamily="34" charset="-122"/>
                        <a:ea typeface="微软雅黑" panose="020B0503020204020204" pitchFamily="34" charset="-122"/>
                        <a:cs typeface="Courier New"/>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a:spcAft>
                          <a:spcPts val="0"/>
                        </a:spcAft>
                      </a:pPr>
                      <a:r>
                        <a:rPr lang="en-US" sz="2000" b="0" kern="100">
                          <a:solidFill>
                            <a:srgbClr val="0000FF"/>
                          </a:solidFill>
                          <a:effectLst/>
                          <a:latin typeface="微软雅黑" panose="020B0503020204020204" pitchFamily="34" charset="-122"/>
                          <a:ea typeface="微软雅黑" panose="020B0503020204020204" pitchFamily="34" charset="-122"/>
                        </a:rPr>
                        <a:t>Lock R</a:t>
                      </a:r>
                      <a:r>
                        <a:rPr lang="en-US" sz="2000" b="0" kern="100" baseline="-25000">
                          <a:solidFill>
                            <a:srgbClr val="0000FF"/>
                          </a:solidFill>
                          <a:effectLst/>
                          <a:latin typeface="微软雅黑" panose="020B0503020204020204" pitchFamily="34" charset="-122"/>
                          <a:ea typeface="微软雅黑" panose="020B0503020204020204" pitchFamily="34" charset="-122"/>
                        </a:rPr>
                        <a:t>1</a:t>
                      </a:r>
                      <a:endParaRPr lang="zh-CN" sz="2000" b="0" kern="100">
                        <a:solidFill>
                          <a:srgbClr val="0000FF"/>
                        </a:solidFill>
                        <a:effectLst/>
                        <a:latin typeface="微软雅黑" panose="020B0503020204020204" pitchFamily="34" charset="-122"/>
                        <a:ea typeface="微软雅黑" panose="020B0503020204020204" pitchFamily="34" charset="-122"/>
                        <a:cs typeface="Courier New"/>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7"/>
                  </a:ext>
                </a:extLst>
              </a:tr>
              <a:tr h="270999">
                <a:tc>
                  <a:txBody>
                    <a:bodyPr/>
                    <a:lstStyle/>
                    <a:p>
                      <a:pPr algn="ctr">
                        <a:spcAft>
                          <a:spcPts val="0"/>
                        </a:spcAft>
                      </a:pPr>
                      <a:r>
                        <a:rPr lang="zh-CN" sz="2000" b="0" kern="100">
                          <a:solidFill>
                            <a:srgbClr val="0000FF"/>
                          </a:solidFill>
                          <a:effectLst/>
                          <a:latin typeface="微软雅黑" panose="020B0503020204020204" pitchFamily="34" charset="-122"/>
                          <a:ea typeface="微软雅黑" panose="020B0503020204020204" pitchFamily="34" charset="-122"/>
                        </a:rPr>
                        <a:t>等待</a:t>
                      </a:r>
                      <a:endParaRPr lang="zh-CN" sz="2000" b="0" kern="100">
                        <a:solidFill>
                          <a:srgbClr val="0000FF"/>
                        </a:solidFill>
                        <a:effectLst/>
                        <a:latin typeface="微软雅黑" panose="020B0503020204020204" pitchFamily="34" charset="-122"/>
                        <a:ea typeface="微软雅黑" panose="020B0503020204020204" pitchFamily="34" charset="-122"/>
                        <a:cs typeface="Courier New"/>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a:spcAft>
                          <a:spcPts val="0"/>
                        </a:spcAft>
                      </a:pPr>
                      <a:r>
                        <a:rPr lang="zh-CN" sz="2000" b="0" kern="100">
                          <a:solidFill>
                            <a:srgbClr val="0000FF"/>
                          </a:solidFill>
                          <a:effectLst/>
                          <a:latin typeface="微软雅黑" panose="020B0503020204020204" pitchFamily="34" charset="-122"/>
                          <a:ea typeface="微软雅黑" panose="020B0503020204020204" pitchFamily="34" charset="-122"/>
                        </a:rPr>
                        <a:t>等待</a:t>
                      </a:r>
                      <a:endParaRPr lang="zh-CN" sz="2000" b="0" kern="100">
                        <a:solidFill>
                          <a:srgbClr val="0000FF"/>
                        </a:solidFill>
                        <a:effectLst/>
                        <a:latin typeface="微软雅黑" panose="020B0503020204020204" pitchFamily="34" charset="-122"/>
                        <a:ea typeface="微软雅黑" panose="020B0503020204020204" pitchFamily="34" charset="-122"/>
                        <a:cs typeface="Courier New"/>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8"/>
                  </a:ext>
                </a:extLst>
              </a:tr>
              <a:tr h="270999">
                <a:tc>
                  <a:txBody>
                    <a:bodyPr/>
                    <a:lstStyle/>
                    <a:p>
                      <a:pPr algn="ctr">
                        <a:spcAft>
                          <a:spcPts val="0"/>
                        </a:spcAft>
                      </a:pPr>
                      <a:r>
                        <a:rPr lang="zh-CN" sz="2000" b="0" kern="100">
                          <a:solidFill>
                            <a:srgbClr val="0000FF"/>
                          </a:solidFill>
                          <a:effectLst/>
                          <a:latin typeface="微软雅黑" panose="020B0503020204020204" pitchFamily="34" charset="-122"/>
                          <a:ea typeface="微软雅黑" panose="020B0503020204020204" pitchFamily="34" charset="-122"/>
                        </a:rPr>
                        <a:t>等待</a:t>
                      </a:r>
                      <a:endParaRPr lang="zh-CN" sz="2000" b="0" kern="100">
                        <a:solidFill>
                          <a:srgbClr val="0000FF"/>
                        </a:solidFill>
                        <a:effectLst/>
                        <a:latin typeface="微软雅黑" panose="020B0503020204020204" pitchFamily="34" charset="-122"/>
                        <a:ea typeface="微软雅黑" panose="020B0503020204020204" pitchFamily="34" charset="-122"/>
                        <a:cs typeface="Courier New"/>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a:spcAft>
                          <a:spcPts val="0"/>
                        </a:spcAft>
                      </a:pPr>
                      <a:r>
                        <a:rPr lang="zh-CN" sz="2000" b="0" kern="100">
                          <a:solidFill>
                            <a:srgbClr val="0000FF"/>
                          </a:solidFill>
                          <a:effectLst/>
                          <a:latin typeface="微软雅黑" panose="020B0503020204020204" pitchFamily="34" charset="-122"/>
                          <a:ea typeface="微软雅黑" panose="020B0503020204020204" pitchFamily="34" charset="-122"/>
                        </a:rPr>
                        <a:t>等待</a:t>
                      </a:r>
                      <a:endParaRPr lang="zh-CN" sz="2000" b="0" kern="100">
                        <a:solidFill>
                          <a:srgbClr val="0000FF"/>
                        </a:solidFill>
                        <a:effectLst/>
                        <a:latin typeface="微软雅黑" panose="020B0503020204020204" pitchFamily="34" charset="-122"/>
                        <a:ea typeface="微软雅黑" panose="020B0503020204020204" pitchFamily="34" charset="-122"/>
                        <a:cs typeface="Courier New"/>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9"/>
                  </a:ext>
                </a:extLst>
              </a:tr>
              <a:tr h="704545">
                <a:tc>
                  <a:txBody>
                    <a:bodyPr/>
                    <a:lstStyle/>
                    <a:p>
                      <a:pPr algn="ctr">
                        <a:spcAft>
                          <a:spcPts val="0"/>
                        </a:spcAft>
                      </a:pPr>
                      <a:r>
                        <a:rPr lang="en-US" sz="2000" b="0" kern="100" dirty="0">
                          <a:solidFill>
                            <a:srgbClr val="0000FF"/>
                          </a:solidFill>
                          <a:effectLst/>
                          <a:latin typeface="微软雅黑" panose="020B0503020204020204" pitchFamily="34" charset="-122"/>
                          <a:ea typeface="微软雅黑" panose="020B0503020204020204" pitchFamily="34" charset="-122"/>
                        </a:rPr>
                        <a:t> </a:t>
                      </a:r>
                      <a:endParaRPr lang="zh-CN" sz="2000" b="0" kern="100" dirty="0">
                        <a:solidFill>
                          <a:srgbClr val="0000FF"/>
                        </a:solidFill>
                        <a:effectLst/>
                        <a:latin typeface="微软雅黑" panose="020B0503020204020204" pitchFamily="34" charset="-122"/>
                        <a:ea typeface="微软雅黑" panose="020B0503020204020204" pitchFamily="34" charset="-122"/>
                        <a:cs typeface="Courier New"/>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3175" cap="flat" cmpd="sng" algn="ctr">
                      <a:solidFill>
                        <a:schemeClr val="tx1"/>
                      </a:solidFill>
                      <a:prstDash val="solid"/>
                      <a:round/>
                      <a:headEnd type="none" w="med" len="med"/>
                      <a:tailEnd type="none" w="med" len="med"/>
                    </a:lnB>
                    <a:noFill/>
                  </a:tcPr>
                </a:tc>
                <a:tc>
                  <a:txBody>
                    <a:bodyPr/>
                    <a:lstStyle/>
                    <a:p>
                      <a:pPr algn="ctr">
                        <a:spcAft>
                          <a:spcPts val="0"/>
                        </a:spcAft>
                      </a:pPr>
                      <a:r>
                        <a:rPr lang="zh-CN" sz="2000" b="0" kern="100" dirty="0">
                          <a:solidFill>
                            <a:srgbClr val="0000FF"/>
                          </a:solidFill>
                          <a:effectLst/>
                          <a:latin typeface="微软雅黑" panose="020B0503020204020204" pitchFamily="34" charset="-122"/>
                          <a:ea typeface="微软雅黑" panose="020B0503020204020204" pitchFamily="34" charset="-122"/>
                        </a:rPr>
                        <a:t>•</a:t>
                      </a:r>
                      <a:endParaRPr lang="en-US" altLang="zh-CN" sz="2000" b="0" kern="100" dirty="0">
                        <a:solidFill>
                          <a:srgbClr val="0000FF"/>
                        </a:solidFill>
                        <a:effectLst/>
                        <a:latin typeface="微软雅黑" panose="020B0503020204020204" pitchFamily="34" charset="-122"/>
                        <a:ea typeface="微软雅黑" panose="020B0503020204020204" pitchFamily="34" charset="-122"/>
                      </a:endParaRPr>
                    </a:p>
                    <a:p>
                      <a:pPr marL="0" marR="0" lvl="0" indent="0" algn="ctr" defTabSz="514350" rtl="0" eaLnBrk="1" fontAlgn="auto" latinLnBrk="0" hangingPunct="1">
                        <a:lnSpc>
                          <a:spcPct val="100000"/>
                        </a:lnSpc>
                        <a:spcBef>
                          <a:spcPts val="0"/>
                        </a:spcBef>
                        <a:spcAft>
                          <a:spcPts val="0"/>
                        </a:spcAft>
                        <a:buClrTx/>
                        <a:buSzTx/>
                        <a:buFontTx/>
                        <a:buNone/>
                        <a:tabLst/>
                        <a:defRPr/>
                      </a:pPr>
                      <a:r>
                        <a:rPr lang="zh-CN" altLang="zh-CN" sz="2000" b="0" kern="100" dirty="0">
                          <a:solidFill>
                            <a:srgbClr val="0000FF"/>
                          </a:solidFill>
                          <a:effectLst/>
                          <a:latin typeface="微软雅黑" panose="020B0503020204020204" pitchFamily="34" charset="-122"/>
                          <a:ea typeface="微软雅黑" panose="020B0503020204020204" pitchFamily="34" charset="-122"/>
                        </a:rPr>
                        <a:t>•</a:t>
                      </a: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0"/>
                  </a:ext>
                </a:extLst>
              </a:tr>
            </a:tbl>
          </a:graphicData>
        </a:graphic>
      </p:graphicFrame>
      <p:sp>
        <p:nvSpPr>
          <p:cNvPr id="11" name="标题 1">
            <a:extLst>
              <a:ext uri="{FF2B5EF4-FFF2-40B4-BE49-F238E27FC236}">
                <a16:creationId xmlns:a16="http://schemas.microsoft.com/office/drawing/2014/main" id="{16BE5824-9894-42D0-8218-656F42BB54B1}"/>
              </a:ext>
            </a:extLst>
          </p:cNvPr>
          <p:cNvSpPr>
            <a:spLocks noGrp="1"/>
          </p:cNvSpPr>
          <p:nvPr>
            <p:ph type="title"/>
          </p:nvPr>
        </p:nvSpPr>
        <p:spPr>
          <a:xfrm>
            <a:off x="1281113" y="238125"/>
            <a:ext cx="9553575" cy="512763"/>
          </a:xfrm>
        </p:spPr>
        <p:txBody>
          <a:bodyPr/>
          <a:lstStyle/>
          <a:p>
            <a:r>
              <a:rPr lang="zh-CN" altLang="en-US" dirty="0"/>
              <a:t>活锁和死锁</a:t>
            </a:r>
          </a:p>
        </p:txBody>
      </p:sp>
    </p:spTree>
    <p:extLst>
      <p:ext uri="{BB962C8B-B14F-4D97-AF65-F5344CB8AC3E}">
        <p14:creationId xmlns:p14="http://schemas.microsoft.com/office/powerpoint/2010/main" val="8826025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6700DA70-EA3D-46F6-B331-183767902FAD}"/>
              </a:ext>
            </a:extLst>
          </p:cNvPr>
          <p:cNvSpPr>
            <a:spLocks noGrp="1"/>
          </p:cNvSpPr>
          <p:nvPr>
            <p:ph idx="1"/>
          </p:nvPr>
        </p:nvSpPr>
        <p:spPr/>
        <p:txBody>
          <a:bodyPr/>
          <a:lstStyle/>
          <a:p>
            <a:pPr>
              <a:lnSpc>
                <a:spcPct val="100000"/>
              </a:lnSpc>
            </a:pPr>
            <a:r>
              <a:rPr lang="zh-CN" altLang="en-US">
                <a:solidFill>
                  <a:srgbClr val="FF0000"/>
                </a:solidFill>
              </a:rPr>
              <a:t>死锁的预防</a:t>
            </a:r>
            <a:endParaRPr lang="en-US" altLang="zh-CN">
              <a:solidFill>
                <a:srgbClr val="FF0000"/>
              </a:solidFill>
            </a:endParaRPr>
          </a:p>
          <a:p>
            <a:pPr lvl="1">
              <a:lnSpc>
                <a:spcPct val="100000"/>
              </a:lnSpc>
            </a:pPr>
            <a:r>
              <a:rPr lang="zh-CN" altLang="en-US"/>
              <a:t>防止死锁的</a:t>
            </a:r>
            <a:r>
              <a:rPr lang="zh-CN" altLang="zh-CN"/>
              <a:t>发生就是要破坏产生死锁的条件</a:t>
            </a:r>
            <a:r>
              <a:rPr lang="zh-CN" altLang="en-US"/>
              <a:t>。</a:t>
            </a:r>
            <a:endParaRPr lang="en-US" altLang="zh-CN" sz="1000"/>
          </a:p>
          <a:p>
            <a:pPr lvl="1">
              <a:lnSpc>
                <a:spcPct val="100000"/>
              </a:lnSpc>
            </a:pPr>
            <a:r>
              <a:rPr lang="zh-CN" altLang="en-US">
                <a:solidFill>
                  <a:srgbClr val="FF0000"/>
                </a:solidFill>
              </a:rPr>
              <a:t>预防方法</a:t>
            </a:r>
            <a:endParaRPr lang="en-US" altLang="zh-CN">
              <a:solidFill>
                <a:srgbClr val="FF0000"/>
              </a:solidFill>
            </a:endParaRPr>
          </a:p>
          <a:p>
            <a:pPr lvl="2">
              <a:lnSpc>
                <a:spcPct val="100000"/>
              </a:lnSpc>
            </a:pPr>
            <a:r>
              <a:rPr lang="zh-CN" altLang="en-US">
                <a:solidFill>
                  <a:srgbClr val="0000FF"/>
                </a:solidFill>
              </a:rPr>
              <a:t>一次封锁法</a:t>
            </a:r>
            <a:endParaRPr lang="en-US" altLang="zh-CN">
              <a:solidFill>
                <a:srgbClr val="0000FF"/>
              </a:solidFill>
            </a:endParaRPr>
          </a:p>
          <a:p>
            <a:pPr lvl="2">
              <a:lnSpc>
                <a:spcPct val="100000"/>
              </a:lnSpc>
            </a:pPr>
            <a:r>
              <a:rPr lang="zh-CN" altLang="en-US">
                <a:solidFill>
                  <a:srgbClr val="0000FF"/>
                </a:solidFill>
              </a:rPr>
              <a:t>顺序封锁法</a:t>
            </a:r>
          </a:p>
          <a:p>
            <a:pPr>
              <a:lnSpc>
                <a:spcPct val="100000"/>
              </a:lnSpc>
            </a:pPr>
            <a:endParaRPr lang="zh-CN" altLang="en-US"/>
          </a:p>
        </p:txBody>
      </p:sp>
      <p:sp>
        <p:nvSpPr>
          <p:cNvPr id="4" name="灯片编号占位符 3">
            <a:extLst>
              <a:ext uri="{FF2B5EF4-FFF2-40B4-BE49-F238E27FC236}">
                <a16:creationId xmlns:a16="http://schemas.microsoft.com/office/drawing/2014/main" id="{1660405B-6105-4DCF-B5B2-DF4962EF846C}"/>
              </a:ext>
            </a:extLst>
          </p:cNvPr>
          <p:cNvSpPr>
            <a:spLocks noGrp="1"/>
          </p:cNvSpPr>
          <p:nvPr>
            <p:ph type="sldNum" sz="quarter" idx="12"/>
          </p:nvPr>
        </p:nvSpPr>
        <p:spPr/>
        <p:txBody>
          <a:bodyPr/>
          <a:lstStyle/>
          <a:p>
            <a:fld id="{E63F6D5D-9733-4D44-9C56-AEFEDD5A4BA7}" type="slidenum">
              <a:rPr lang="en-US" smtClean="0"/>
              <a:pPr/>
              <a:t>19</a:t>
            </a:fld>
            <a:endParaRPr lang="en-US" dirty="0"/>
          </a:p>
        </p:txBody>
      </p:sp>
      <p:graphicFrame>
        <p:nvGraphicFramePr>
          <p:cNvPr id="5" name="表格 4">
            <a:extLst>
              <a:ext uri="{FF2B5EF4-FFF2-40B4-BE49-F238E27FC236}">
                <a16:creationId xmlns:a16="http://schemas.microsoft.com/office/drawing/2014/main" id="{CB5DD0EB-2F99-4E0A-B7E2-AEE34041DCFF}"/>
              </a:ext>
            </a:extLst>
          </p:cNvPr>
          <p:cNvGraphicFramePr>
            <a:graphicFrameLocks noGrp="1"/>
          </p:cNvGraphicFramePr>
          <p:nvPr>
            <p:extLst/>
          </p:nvPr>
        </p:nvGraphicFramePr>
        <p:xfrm>
          <a:off x="1295400" y="3600378"/>
          <a:ext cx="9753600" cy="2791835"/>
        </p:xfrm>
        <a:graphic>
          <a:graphicData uri="http://schemas.openxmlformats.org/drawingml/2006/table">
            <a:tbl>
              <a:tblPr firstRow="1" bandRow="1">
                <a:tableStyleId>{8A107856-5554-42FB-B03E-39F5DBC370BA}</a:tableStyleId>
              </a:tblPr>
              <a:tblGrid>
                <a:gridCol w="5562600">
                  <a:extLst>
                    <a:ext uri="{9D8B030D-6E8A-4147-A177-3AD203B41FA5}">
                      <a16:colId xmlns:a16="http://schemas.microsoft.com/office/drawing/2014/main" val="3778981095"/>
                    </a:ext>
                  </a:extLst>
                </a:gridCol>
                <a:gridCol w="4191000">
                  <a:extLst>
                    <a:ext uri="{9D8B030D-6E8A-4147-A177-3AD203B41FA5}">
                      <a16:colId xmlns:a16="http://schemas.microsoft.com/office/drawing/2014/main" val="3807212083"/>
                    </a:ext>
                  </a:extLst>
                </a:gridCol>
              </a:tblGrid>
              <a:tr h="492686">
                <a:tc>
                  <a:txBody>
                    <a:bodyPr/>
                    <a:lstStyle/>
                    <a:p>
                      <a:pPr algn="ctr"/>
                      <a:r>
                        <a:rPr lang="zh-CN" altLang="en-US" sz="2400">
                          <a:solidFill>
                            <a:srgbClr val="0000FF"/>
                          </a:solidFill>
                          <a:latin typeface="微软雅黑" panose="020B0503020204020204" pitchFamily="34" charset="-122"/>
                          <a:ea typeface="微软雅黑" panose="020B0503020204020204" pitchFamily="34" charset="-122"/>
                        </a:rPr>
                        <a:t>一次封锁法</a:t>
                      </a:r>
                    </a:p>
                  </a:txBody>
                  <a:tcPr/>
                </a:tc>
                <a:tc>
                  <a:txBody>
                    <a:bodyPr/>
                    <a:lstStyle/>
                    <a:p>
                      <a:pPr algn="ctr"/>
                      <a:r>
                        <a:rPr lang="zh-CN" altLang="en-US" sz="2400">
                          <a:solidFill>
                            <a:srgbClr val="0000FF"/>
                          </a:solidFill>
                          <a:latin typeface="微软雅黑" panose="020B0503020204020204" pitchFamily="34" charset="-122"/>
                          <a:ea typeface="微软雅黑" panose="020B0503020204020204" pitchFamily="34" charset="-122"/>
                        </a:rPr>
                        <a:t>顺序封锁法</a:t>
                      </a:r>
                    </a:p>
                  </a:txBody>
                  <a:tcPr/>
                </a:tc>
                <a:extLst>
                  <a:ext uri="{0D108BD9-81ED-4DB2-BD59-A6C34878D82A}">
                    <a16:rowId xmlns:a16="http://schemas.microsoft.com/office/drawing/2014/main" val="1444031133"/>
                  </a:ext>
                </a:extLst>
              </a:tr>
              <a:tr h="1412314">
                <a:tc>
                  <a:txBody>
                    <a:bodyPr/>
                    <a:lstStyle/>
                    <a:p>
                      <a:pPr marL="285750" indent="-285750">
                        <a:buFont typeface="Arial" panose="020B0604020202020204" pitchFamily="34" charset="0"/>
                        <a:buChar char="•"/>
                      </a:pPr>
                      <a:r>
                        <a:rPr lang="zh-CN" altLang="en-US" sz="1600">
                          <a:latin typeface="微软雅黑" panose="020B0503020204020204" pitchFamily="34" charset="-122"/>
                          <a:ea typeface="微软雅黑" panose="020B0503020204020204" pitchFamily="34" charset="-122"/>
                        </a:rPr>
                        <a:t>要求每个事务必须一次将所有要使用的数据全部加锁，否则就不能继续执行。</a:t>
                      </a:r>
                    </a:p>
                    <a:p>
                      <a:pPr marL="285750" indent="-285750">
                        <a:buFont typeface="Arial" panose="020B0604020202020204" pitchFamily="34" charset="0"/>
                        <a:buChar char="•"/>
                      </a:pPr>
                      <a:r>
                        <a:rPr lang="zh-CN" altLang="en-US" sz="1600">
                          <a:latin typeface="微软雅黑" panose="020B0503020204020204" pitchFamily="34" charset="-122"/>
                          <a:ea typeface="微软雅黑" panose="020B0503020204020204" pitchFamily="34" charset="-122"/>
                        </a:rPr>
                        <a:t>在活锁的例子中，如果事务</a:t>
                      </a:r>
                      <a:r>
                        <a:rPr lang="en-US" altLang="zh-CN" sz="1600">
                          <a:latin typeface="微软雅黑" panose="020B0503020204020204" pitchFamily="34" charset="-122"/>
                          <a:ea typeface="微软雅黑" panose="020B0503020204020204" pitchFamily="34" charset="-122"/>
                        </a:rPr>
                        <a:t>T1</a:t>
                      </a:r>
                      <a:r>
                        <a:rPr lang="zh-CN" altLang="en-US" sz="1600">
                          <a:latin typeface="微软雅黑" panose="020B0503020204020204" pitchFamily="34" charset="-122"/>
                          <a:ea typeface="微软雅黑" panose="020B0503020204020204" pitchFamily="34" charset="-122"/>
                        </a:rPr>
                        <a:t>将数据对象</a:t>
                      </a:r>
                      <a:r>
                        <a:rPr lang="en-US" altLang="zh-CN" sz="1600">
                          <a:latin typeface="微软雅黑" panose="020B0503020204020204" pitchFamily="34" charset="-122"/>
                          <a:ea typeface="微软雅黑" panose="020B0503020204020204" pitchFamily="34" charset="-122"/>
                        </a:rPr>
                        <a:t>R1</a:t>
                      </a:r>
                      <a:r>
                        <a:rPr lang="zh-CN" altLang="en-US" sz="1600">
                          <a:latin typeface="微软雅黑" panose="020B0503020204020204" pitchFamily="34" charset="-122"/>
                          <a:ea typeface="微软雅黑" panose="020B0503020204020204" pitchFamily="34" charset="-122"/>
                        </a:rPr>
                        <a:t>和</a:t>
                      </a:r>
                      <a:r>
                        <a:rPr lang="en-US" altLang="zh-CN" sz="1600">
                          <a:latin typeface="微软雅黑" panose="020B0503020204020204" pitchFamily="34" charset="-122"/>
                          <a:ea typeface="微软雅黑" panose="020B0503020204020204" pitchFamily="34" charset="-122"/>
                        </a:rPr>
                        <a:t>R2</a:t>
                      </a:r>
                      <a:r>
                        <a:rPr lang="zh-CN" altLang="en-US" sz="1600">
                          <a:latin typeface="微软雅黑" panose="020B0503020204020204" pitchFamily="34" charset="-122"/>
                          <a:ea typeface="微软雅黑" panose="020B0503020204020204" pitchFamily="34" charset="-122"/>
                        </a:rPr>
                        <a:t>一次加锁， </a:t>
                      </a:r>
                      <a:r>
                        <a:rPr lang="en-US" altLang="zh-CN" sz="1600">
                          <a:latin typeface="微软雅黑" panose="020B0503020204020204" pitchFamily="34" charset="-122"/>
                          <a:ea typeface="微软雅黑" panose="020B0503020204020204" pitchFamily="34" charset="-122"/>
                        </a:rPr>
                        <a:t>T1</a:t>
                      </a:r>
                      <a:r>
                        <a:rPr lang="zh-CN" altLang="en-US" sz="1600">
                          <a:latin typeface="微软雅黑" panose="020B0503020204020204" pitchFamily="34" charset="-122"/>
                          <a:ea typeface="微软雅黑" panose="020B0503020204020204" pitchFamily="34" charset="-122"/>
                        </a:rPr>
                        <a:t>就可以执行下去，而</a:t>
                      </a:r>
                      <a:r>
                        <a:rPr lang="en-US" altLang="zh-CN" sz="1600">
                          <a:latin typeface="微软雅黑" panose="020B0503020204020204" pitchFamily="34" charset="-122"/>
                          <a:ea typeface="微软雅黑" panose="020B0503020204020204" pitchFamily="34" charset="-122"/>
                        </a:rPr>
                        <a:t>T2</a:t>
                      </a:r>
                      <a:r>
                        <a:rPr lang="zh-CN" altLang="en-US" sz="1600">
                          <a:latin typeface="微软雅黑" panose="020B0503020204020204" pitchFamily="34" charset="-122"/>
                          <a:ea typeface="微软雅黑" panose="020B0503020204020204" pitchFamily="34" charset="-122"/>
                        </a:rPr>
                        <a:t>等待。</a:t>
                      </a:r>
                      <a:r>
                        <a:rPr lang="en-US" altLang="zh-CN" sz="1600">
                          <a:latin typeface="微软雅黑" panose="020B0503020204020204" pitchFamily="34" charset="-122"/>
                          <a:ea typeface="微软雅黑" panose="020B0503020204020204" pitchFamily="34" charset="-122"/>
                        </a:rPr>
                        <a:t>T1</a:t>
                      </a:r>
                      <a:r>
                        <a:rPr lang="zh-CN" altLang="en-US" sz="1600">
                          <a:latin typeface="微软雅黑" panose="020B0503020204020204" pitchFamily="34" charset="-122"/>
                          <a:ea typeface="微软雅黑" panose="020B0503020204020204" pitchFamily="34" charset="-122"/>
                        </a:rPr>
                        <a:t>执行完后释放</a:t>
                      </a:r>
                      <a:r>
                        <a:rPr lang="en-US" altLang="zh-CN" sz="1600">
                          <a:latin typeface="微软雅黑" panose="020B0503020204020204" pitchFamily="34" charset="-122"/>
                          <a:ea typeface="微软雅黑" panose="020B0503020204020204" pitchFamily="34" charset="-122"/>
                        </a:rPr>
                        <a:t>R1</a:t>
                      </a:r>
                      <a:r>
                        <a:rPr lang="zh-CN" altLang="en-US" sz="1600">
                          <a:latin typeface="微软雅黑" panose="020B0503020204020204" pitchFamily="34" charset="-122"/>
                          <a:ea typeface="微软雅黑" panose="020B0503020204020204" pitchFamily="34" charset="-122"/>
                        </a:rPr>
                        <a:t>、</a:t>
                      </a:r>
                      <a:r>
                        <a:rPr lang="en-US" altLang="zh-CN" sz="1600">
                          <a:latin typeface="微软雅黑" panose="020B0503020204020204" pitchFamily="34" charset="-122"/>
                          <a:ea typeface="微软雅黑" panose="020B0503020204020204" pitchFamily="34" charset="-122"/>
                        </a:rPr>
                        <a:t>R2</a:t>
                      </a:r>
                      <a:r>
                        <a:rPr lang="zh-CN" altLang="en-US" sz="1600">
                          <a:latin typeface="微软雅黑" panose="020B0503020204020204" pitchFamily="34" charset="-122"/>
                          <a:ea typeface="微软雅黑" panose="020B0503020204020204" pitchFamily="34" charset="-122"/>
                        </a:rPr>
                        <a:t>上的锁，</a:t>
                      </a:r>
                      <a:r>
                        <a:rPr lang="en-US" altLang="zh-CN" sz="1600">
                          <a:latin typeface="微软雅黑" panose="020B0503020204020204" pitchFamily="34" charset="-122"/>
                          <a:ea typeface="微软雅黑" panose="020B0503020204020204" pitchFamily="34" charset="-122"/>
                        </a:rPr>
                        <a:t>T2</a:t>
                      </a:r>
                      <a:r>
                        <a:rPr lang="zh-CN" altLang="en-US" sz="1600">
                          <a:latin typeface="微软雅黑" panose="020B0503020204020204" pitchFamily="34" charset="-122"/>
                          <a:ea typeface="微软雅黑" panose="020B0503020204020204" pitchFamily="34" charset="-122"/>
                        </a:rPr>
                        <a:t>继续执行，这样就不会发生死锁。</a:t>
                      </a:r>
                    </a:p>
                  </a:txBody>
                  <a:tcPr/>
                </a:tc>
                <a:tc>
                  <a:txBody>
                    <a:bodyPr/>
                    <a:lstStyle/>
                    <a:p>
                      <a:pPr marL="285750" indent="-285750">
                        <a:buFont typeface="Arial" panose="020B0604020202020204" pitchFamily="34" charset="0"/>
                        <a:buChar char="•"/>
                      </a:pPr>
                      <a:r>
                        <a:rPr lang="zh-CN" altLang="en-US" sz="1600">
                          <a:latin typeface="微软雅黑" panose="020B0503020204020204" pitchFamily="34" charset="-122"/>
                          <a:ea typeface="微软雅黑" panose="020B0503020204020204" pitchFamily="34" charset="-122"/>
                        </a:rPr>
                        <a:t>顺序封锁法是预先对数据对象规定一个封锁顺序，所有事务都按这个顺序实行封锁。</a:t>
                      </a:r>
                    </a:p>
                    <a:p>
                      <a:pPr marL="285750" indent="-285750">
                        <a:buFont typeface="Arial" panose="020B0604020202020204" pitchFamily="34" charset="0"/>
                        <a:buChar char="•"/>
                      </a:pPr>
                      <a:r>
                        <a:rPr lang="zh-CN" altLang="en-US" sz="1600">
                          <a:latin typeface="微软雅黑" panose="020B0503020204020204" pitchFamily="34" charset="-122"/>
                          <a:ea typeface="微软雅黑" panose="020B0503020204020204" pitchFamily="34" charset="-122"/>
                        </a:rPr>
                        <a:t>例子：在</a:t>
                      </a:r>
                      <a:r>
                        <a:rPr lang="en-US" altLang="zh-CN" sz="1600">
                          <a:latin typeface="微软雅黑" panose="020B0503020204020204" pitchFamily="34" charset="-122"/>
                          <a:ea typeface="微软雅黑" panose="020B0503020204020204" pitchFamily="34" charset="-122"/>
                        </a:rPr>
                        <a:t>B</a:t>
                      </a:r>
                      <a:r>
                        <a:rPr lang="zh-CN" altLang="en-US" sz="1600">
                          <a:latin typeface="微软雅黑" panose="020B0503020204020204" pitchFamily="34" charset="-122"/>
                          <a:ea typeface="微软雅黑" panose="020B0503020204020204" pitchFamily="34" charset="-122"/>
                        </a:rPr>
                        <a:t>树结构的索引中，可规定封锁的顺序必须从根结点开始，然后是下一级的子结点，逐级封锁。</a:t>
                      </a:r>
                    </a:p>
                  </a:txBody>
                  <a:tcPr/>
                </a:tc>
                <a:extLst>
                  <a:ext uri="{0D108BD9-81ED-4DB2-BD59-A6C34878D82A}">
                    <a16:rowId xmlns:a16="http://schemas.microsoft.com/office/drawing/2014/main" val="2922589462"/>
                  </a:ext>
                </a:extLst>
              </a:tr>
              <a:tr h="886835">
                <a:tc>
                  <a:txBody>
                    <a:bodyPr/>
                    <a:lstStyle/>
                    <a:p>
                      <a:r>
                        <a:rPr lang="zh-CN" altLang="en-US" sz="1600" b="1">
                          <a:solidFill>
                            <a:srgbClr val="FF0000"/>
                          </a:solidFill>
                          <a:latin typeface="微软雅黑" panose="020B0503020204020204" pitchFamily="34" charset="-122"/>
                          <a:ea typeface="微软雅黑" panose="020B0503020204020204" pitchFamily="34" charset="-122"/>
                        </a:rPr>
                        <a:t>存在的问题：</a:t>
                      </a:r>
                      <a:endParaRPr lang="en-US" altLang="zh-CN" sz="1600" b="1">
                        <a:solidFill>
                          <a:srgbClr val="FF0000"/>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600">
                          <a:latin typeface="微软雅黑" panose="020B0503020204020204" pitchFamily="34" charset="-122"/>
                          <a:ea typeface="微软雅黑" panose="020B0503020204020204" pitchFamily="34" charset="-122"/>
                        </a:rPr>
                        <a:t>降低了系统的并发度</a:t>
                      </a:r>
                    </a:p>
                    <a:p>
                      <a:pPr marL="285750" indent="-285750">
                        <a:buFont typeface="Arial" panose="020B0604020202020204" pitchFamily="34" charset="0"/>
                        <a:buChar char="•"/>
                      </a:pPr>
                      <a:r>
                        <a:rPr lang="zh-CN" altLang="en-US" sz="1600">
                          <a:latin typeface="微软雅黑" panose="020B0503020204020204" pitchFamily="34" charset="-122"/>
                          <a:ea typeface="微软雅黑" panose="020B0503020204020204" pitchFamily="34" charset="-122"/>
                        </a:rPr>
                        <a:t>难于事先精确确定封锁对象</a:t>
                      </a:r>
                    </a:p>
                  </a:txBody>
                  <a:tcPr/>
                </a:tc>
                <a:tc>
                  <a:txBody>
                    <a:bodyPr/>
                    <a:lstStyle/>
                    <a:p>
                      <a:r>
                        <a:rPr lang="zh-CN" altLang="en-US" sz="1600" b="1">
                          <a:solidFill>
                            <a:srgbClr val="FF0000"/>
                          </a:solidFill>
                          <a:latin typeface="微软雅黑" panose="020B0503020204020204" pitchFamily="34" charset="-122"/>
                          <a:ea typeface="微软雅黑" panose="020B0503020204020204" pitchFamily="34" charset="-122"/>
                        </a:rPr>
                        <a:t>存在的问题：</a:t>
                      </a:r>
                      <a:endParaRPr lang="en-US" altLang="zh-CN" sz="1600" b="1">
                        <a:solidFill>
                          <a:srgbClr val="FF0000"/>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600">
                          <a:latin typeface="微软雅黑" panose="020B0503020204020204" pitchFamily="34" charset="-122"/>
                          <a:ea typeface="微软雅黑" panose="020B0503020204020204" pitchFamily="34" charset="-122"/>
                        </a:rPr>
                        <a:t>维护成本高</a:t>
                      </a:r>
                    </a:p>
                    <a:p>
                      <a:pPr marL="285750" indent="-285750">
                        <a:buFont typeface="Arial" panose="020B0604020202020204" pitchFamily="34" charset="0"/>
                        <a:buChar char="•"/>
                      </a:pPr>
                      <a:r>
                        <a:rPr lang="zh-CN" altLang="en-US" sz="1600">
                          <a:latin typeface="微软雅黑" panose="020B0503020204020204" pitchFamily="34" charset="-122"/>
                          <a:ea typeface="微软雅黑" panose="020B0503020204020204" pitchFamily="34" charset="-122"/>
                        </a:rPr>
                        <a:t>难于实现</a:t>
                      </a:r>
                    </a:p>
                  </a:txBody>
                  <a:tcPr/>
                </a:tc>
                <a:extLst>
                  <a:ext uri="{0D108BD9-81ED-4DB2-BD59-A6C34878D82A}">
                    <a16:rowId xmlns:a16="http://schemas.microsoft.com/office/drawing/2014/main" val="3322560355"/>
                  </a:ext>
                </a:extLst>
              </a:tr>
            </a:tbl>
          </a:graphicData>
        </a:graphic>
      </p:graphicFrame>
      <p:sp>
        <p:nvSpPr>
          <p:cNvPr id="6" name="矩形 5">
            <a:extLst>
              <a:ext uri="{FF2B5EF4-FFF2-40B4-BE49-F238E27FC236}">
                <a16:creationId xmlns:a16="http://schemas.microsoft.com/office/drawing/2014/main" id="{517E20C9-0A46-43FC-8504-12DBA3CAC031}"/>
              </a:ext>
            </a:extLst>
          </p:cNvPr>
          <p:cNvSpPr/>
          <p:nvPr/>
        </p:nvSpPr>
        <p:spPr>
          <a:xfrm>
            <a:off x="3710609" y="2700305"/>
            <a:ext cx="7315200" cy="400110"/>
          </a:xfrm>
          <a:prstGeom prst="rect">
            <a:avLst/>
          </a:prstGeom>
        </p:spPr>
        <p:txBody>
          <a:bodyPr wrap="square">
            <a:spAutoFit/>
          </a:bodyPr>
          <a:lstStyle/>
          <a:p>
            <a:r>
              <a:rPr lang="zh-CN" altLang="en-US" sz="2000" b="1">
                <a:solidFill>
                  <a:srgbClr val="FF0000"/>
                </a:solidFill>
                <a:latin typeface="微软雅黑" panose="020B0503020204020204" pitchFamily="34" charset="-122"/>
                <a:ea typeface="微软雅黑" panose="020B0503020204020204" pitchFamily="34" charset="-122"/>
              </a:rPr>
              <a:t>操作系统中广为采用的预防死锁的策略并不太适合数据库的特点</a:t>
            </a:r>
          </a:p>
        </p:txBody>
      </p:sp>
      <p:sp>
        <p:nvSpPr>
          <p:cNvPr id="7" name="箭头: 下 6">
            <a:extLst>
              <a:ext uri="{FF2B5EF4-FFF2-40B4-BE49-F238E27FC236}">
                <a16:creationId xmlns:a16="http://schemas.microsoft.com/office/drawing/2014/main" id="{ECDCFDA4-B166-42C7-98A8-AE99BB031EA4}"/>
              </a:ext>
            </a:extLst>
          </p:cNvPr>
          <p:cNvSpPr/>
          <p:nvPr/>
        </p:nvSpPr>
        <p:spPr>
          <a:xfrm>
            <a:off x="7086600" y="3165469"/>
            <a:ext cx="381000" cy="304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标题 1">
            <a:extLst>
              <a:ext uri="{FF2B5EF4-FFF2-40B4-BE49-F238E27FC236}">
                <a16:creationId xmlns:a16="http://schemas.microsoft.com/office/drawing/2014/main" id="{F7D6436C-6BA5-47E2-85FB-D4378798E108}"/>
              </a:ext>
            </a:extLst>
          </p:cNvPr>
          <p:cNvSpPr>
            <a:spLocks noGrp="1"/>
          </p:cNvSpPr>
          <p:nvPr>
            <p:ph type="title"/>
          </p:nvPr>
        </p:nvSpPr>
        <p:spPr>
          <a:xfrm>
            <a:off x="1281113" y="238125"/>
            <a:ext cx="9553575" cy="512763"/>
          </a:xfrm>
        </p:spPr>
        <p:txBody>
          <a:bodyPr/>
          <a:lstStyle/>
          <a:p>
            <a:r>
              <a:rPr lang="zh-CN" altLang="en-US" dirty="0"/>
              <a:t>活锁和死锁</a:t>
            </a:r>
          </a:p>
        </p:txBody>
      </p:sp>
    </p:spTree>
    <p:extLst>
      <p:ext uri="{BB962C8B-B14F-4D97-AF65-F5344CB8AC3E}">
        <p14:creationId xmlns:p14="http://schemas.microsoft.com/office/powerpoint/2010/main" val="19374547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E7BFA89-D333-421B-B586-90B4BF3DBA33}"/>
              </a:ext>
            </a:extLst>
          </p:cNvPr>
          <p:cNvSpPr>
            <a:spLocks noGrp="1"/>
          </p:cNvSpPr>
          <p:nvPr>
            <p:ph idx="1"/>
          </p:nvPr>
        </p:nvSpPr>
        <p:spPr/>
        <p:txBody>
          <a:bodyPr/>
          <a:lstStyle/>
          <a:p>
            <a:r>
              <a:rPr lang="zh-CN" altLang="en-US" u="sng">
                <a:solidFill>
                  <a:srgbClr val="FF0000"/>
                </a:solidFill>
              </a:rPr>
              <a:t>诊断并解除死锁</a:t>
            </a:r>
            <a:r>
              <a:rPr lang="zh-CN" altLang="en-US">
                <a:solidFill>
                  <a:srgbClr val="0000FF"/>
                </a:solidFill>
              </a:rPr>
              <a:t>是</a:t>
            </a:r>
            <a:r>
              <a:rPr lang="en-US" altLang="zh-CN">
                <a:solidFill>
                  <a:srgbClr val="0000FF"/>
                </a:solidFill>
              </a:rPr>
              <a:t>DBMS</a:t>
            </a:r>
            <a:r>
              <a:rPr lang="zh-CN" altLang="en-US">
                <a:solidFill>
                  <a:srgbClr val="0000FF"/>
                </a:solidFill>
              </a:rPr>
              <a:t>普遍采用的方法</a:t>
            </a:r>
            <a:endParaRPr lang="en-US" altLang="zh-CN">
              <a:solidFill>
                <a:srgbClr val="0000FF"/>
              </a:solidFill>
            </a:endParaRPr>
          </a:p>
          <a:p>
            <a:pPr lvl="1"/>
            <a:r>
              <a:rPr lang="zh-CN" altLang="en-US">
                <a:solidFill>
                  <a:srgbClr val="0000FF"/>
                </a:solidFill>
              </a:rPr>
              <a:t>超时法</a:t>
            </a:r>
            <a:endParaRPr lang="en-US" altLang="zh-CN">
              <a:solidFill>
                <a:srgbClr val="0000FF"/>
              </a:solidFill>
            </a:endParaRPr>
          </a:p>
          <a:p>
            <a:pPr lvl="1"/>
            <a:r>
              <a:rPr lang="zh-CN" altLang="en-US">
                <a:solidFill>
                  <a:srgbClr val="0000FF"/>
                </a:solidFill>
              </a:rPr>
              <a:t>等待图法</a:t>
            </a:r>
            <a:endParaRPr lang="en-US" altLang="zh-CN">
              <a:solidFill>
                <a:srgbClr val="0000FF"/>
              </a:solidFill>
            </a:endParaRPr>
          </a:p>
        </p:txBody>
      </p:sp>
      <p:sp>
        <p:nvSpPr>
          <p:cNvPr id="4" name="灯片编号占位符 3">
            <a:extLst>
              <a:ext uri="{FF2B5EF4-FFF2-40B4-BE49-F238E27FC236}">
                <a16:creationId xmlns:a16="http://schemas.microsoft.com/office/drawing/2014/main" id="{2E1FD5E7-1AF3-4410-B51F-6BF34F7A23A6}"/>
              </a:ext>
            </a:extLst>
          </p:cNvPr>
          <p:cNvSpPr>
            <a:spLocks noGrp="1"/>
          </p:cNvSpPr>
          <p:nvPr>
            <p:ph type="sldNum" sz="quarter" idx="12"/>
          </p:nvPr>
        </p:nvSpPr>
        <p:spPr/>
        <p:txBody>
          <a:bodyPr/>
          <a:lstStyle/>
          <a:p>
            <a:fld id="{E63F6D5D-9733-4D44-9C56-AEFEDD5A4BA7}" type="slidenum">
              <a:rPr lang="en-US" smtClean="0"/>
              <a:pPr/>
              <a:t>20</a:t>
            </a:fld>
            <a:endParaRPr lang="en-US" dirty="0"/>
          </a:p>
        </p:txBody>
      </p:sp>
      <p:graphicFrame>
        <p:nvGraphicFramePr>
          <p:cNvPr id="5" name="表格 4">
            <a:extLst>
              <a:ext uri="{FF2B5EF4-FFF2-40B4-BE49-F238E27FC236}">
                <a16:creationId xmlns:a16="http://schemas.microsoft.com/office/drawing/2014/main" id="{50A8CF6C-2A42-4963-B259-2DE4F3AC51B1}"/>
              </a:ext>
            </a:extLst>
          </p:cNvPr>
          <p:cNvGraphicFramePr>
            <a:graphicFrameLocks noGrp="1"/>
          </p:cNvGraphicFramePr>
          <p:nvPr>
            <p:extLst/>
          </p:nvPr>
        </p:nvGraphicFramePr>
        <p:xfrm>
          <a:off x="1066800" y="3454074"/>
          <a:ext cx="9829800" cy="2834640"/>
        </p:xfrm>
        <a:graphic>
          <a:graphicData uri="http://schemas.openxmlformats.org/drawingml/2006/table">
            <a:tbl>
              <a:tblPr firstRow="1" bandRow="1">
                <a:tableStyleId>{8A107856-5554-42FB-B03E-39F5DBC370BA}</a:tableStyleId>
              </a:tblPr>
              <a:tblGrid>
                <a:gridCol w="4343400">
                  <a:extLst>
                    <a:ext uri="{9D8B030D-6E8A-4147-A177-3AD203B41FA5}">
                      <a16:colId xmlns:a16="http://schemas.microsoft.com/office/drawing/2014/main" val="3778981095"/>
                    </a:ext>
                  </a:extLst>
                </a:gridCol>
                <a:gridCol w="5486400">
                  <a:extLst>
                    <a:ext uri="{9D8B030D-6E8A-4147-A177-3AD203B41FA5}">
                      <a16:colId xmlns:a16="http://schemas.microsoft.com/office/drawing/2014/main" val="3807212083"/>
                    </a:ext>
                  </a:extLst>
                </a:gridCol>
              </a:tblGrid>
              <a:tr h="405495">
                <a:tc>
                  <a:txBody>
                    <a:bodyPr/>
                    <a:lstStyle/>
                    <a:p>
                      <a:pPr algn="ctr"/>
                      <a:r>
                        <a:rPr lang="zh-CN" altLang="en-US" sz="2400">
                          <a:solidFill>
                            <a:srgbClr val="0000FF"/>
                          </a:solidFill>
                          <a:latin typeface="微软雅黑" panose="020B0503020204020204" pitchFamily="34" charset="-122"/>
                          <a:ea typeface="微软雅黑" panose="020B0503020204020204" pitchFamily="34" charset="-122"/>
                        </a:rPr>
                        <a:t>超时法</a:t>
                      </a:r>
                    </a:p>
                  </a:txBody>
                  <a:tcPr/>
                </a:tc>
                <a:tc>
                  <a:txBody>
                    <a:bodyPr/>
                    <a:lstStyle/>
                    <a:p>
                      <a:pPr algn="ctr"/>
                      <a:r>
                        <a:rPr lang="zh-CN" altLang="en-US" sz="2400">
                          <a:solidFill>
                            <a:srgbClr val="0000FF"/>
                          </a:solidFill>
                          <a:latin typeface="微软雅黑" panose="020B0503020204020204" pitchFamily="34" charset="-122"/>
                          <a:ea typeface="微软雅黑" panose="020B0503020204020204" pitchFamily="34" charset="-122"/>
                        </a:rPr>
                        <a:t>等待图法</a:t>
                      </a:r>
                    </a:p>
                  </a:txBody>
                  <a:tcPr/>
                </a:tc>
                <a:extLst>
                  <a:ext uri="{0D108BD9-81ED-4DB2-BD59-A6C34878D82A}">
                    <a16:rowId xmlns:a16="http://schemas.microsoft.com/office/drawing/2014/main" val="1444031133"/>
                  </a:ext>
                </a:extLst>
              </a:tr>
              <a:tr h="878008">
                <a:tc>
                  <a:txBody>
                    <a:bodyPr/>
                    <a:lstStyle/>
                    <a:p>
                      <a:pPr marL="285750" indent="-285750">
                        <a:buFont typeface="Arial" panose="020B0604020202020204" pitchFamily="34" charset="0"/>
                        <a:buChar char="•"/>
                      </a:pPr>
                      <a:r>
                        <a:rPr lang="zh-CN" altLang="en-US" sz="1600">
                          <a:latin typeface="微软雅黑" panose="020B0503020204020204" pitchFamily="34" charset="-122"/>
                          <a:ea typeface="微软雅黑" panose="020B0503020204020204" pitchFamily="34" charset="-122"/>
                        </a:rPr>
                        <a:t>如果一个事务的等待时间超过了规定的时限，就认为发生了死锁</a:t>
                      </a:r>
                    </a:p>
                  </a:txBody>
                  <a:tcPr/>
                </a:tc>
                <a:tc>
                  <a:txBody>
                    <a:bodyPr/>
                    <a:lstStyle/>
                    <a:p>
                      <a:pPr marL="285750" indent="-285750">
                        <a:buFont typeface="Arial" panose="020B0604020202020204" pitchFamily="34" charset="0"/>
                        <a:buChar char="•"/>
                      </a:pPr>
                      <a:r>
                        <a:rPr lang="zh-CN" altLang="en-US" sz="1600">
                          <a:latin typeface="微软雅黑" panose="020B0503020204020204" pitchFamily="34" charset="-122"/>
                          <a:ea typeface="微软雅黑" panose="020B0503020204020204" pitchFamily="34" charset="-122"/>
                        </a:rPr>
                        <a:t>用</a:t>
                      </a:r>
                      <a:r>
                        <a:rPr lang="zh-CN" altLang="en-US" sz="1600">
                          <a:solidFill>
                            <a:srgbClr val="FF0000"/>
                          </a:solidFill>
                          <a:latin typeface="微软雅黑" panose="020B0503020204020204" pitchFamily="34" charset="-122"/>
                          <a:ea typeface="微软雅黑" panose="020B0503020204020204" pitchFamily="34" charset="-122"/>
                        </a:rPr>
                        <a:t>事务等待图</a:t>
                      </a:r>
                      <a:r>
                        <a:rPr lang="zh-CN" altLang="en-US" sz="1600">
                          <a:latin typeface="微软雅黑" panose="020B0503020204020204" pitchFamily="34" charset="-122"/>
                          <a:ea typeface="微软雅黑" panose="020B0503020204020204" pitchFamily="34" charset="-122"/>
                        </a:rPr>
                        <a:t>动态反映所有事务的等待情况</a:t>
                      </a:r>
                      <a:endParaRPr lang="en-US" altLang="zh-CN" sz="160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600">
                          <a:latin typeface="微软雅黑" panose="020B0503020204020204" pitchFamily="34" charset="-122"/>
                          <a:ea typeface="微软雅黑" panose="020B0503020204020204" pitchFamily="34" charset="-122"/>
                        </a:rPr>
                        <a:t>并发控制子系统周期性地（比如每隔数秒）生成事务等待图，并进行检测。如果发现图中存在回路，则表示系统中出现了死锁</a:t>
                      </a:r>
                    </a:p>
                  </a:txBody>
                  <a:tcPr/>
                </a:tc>
                <a:extLst>
                  <a:ext uri="{0D108BD9-81ED-4DB2-BD59-A6C34878D82A}">
                    <a16:rowId xmlns:a16="http://schemas.microsoft.com/office/drawing/2014/main" val="2922589462"/>
                  </a:ext>
                </a:extLst>
              </a:tr>
              <a:tr h="1078696">
                <a:tc>
                  <a:txBody>
                    <a:bodyPr/>
                    <a:lstStyle/>
                    <a:p>
                      <a:r>
                        <a:rPr lang="zh-CN" altLang="en-US" sz="1600" b="1">
                          <a:solidFill>
                            <a:srgbClr val="FF0000"/>
                          </a:solidFill>
                          <a:latin typeface="微软雅黑" panose="020B0503020204020204" pitchFamily="34" charset="-122"/>
                          <a:ea typeface="微软雅黑" panose="020B0503020204020204" pitchFamily="34" charset="-122"/>
                        </a:rPr>
                        <a:t>优点：</a:t>
                      </a:r>
                      <a:endParaRPr lang="en-US" altLang="zh-CN" sz="1600" b="1">
                        <a:solidFill>
                          <a:srgbClr val="FF0000"/>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600">
                          <a:latin typeface="微软雅黑" panose="020B0503020204020204" pitchFamily="34" charset="-122"/>
                          <a:ea typeface="微软雅黑" panose="020B0503020204020204" pitchFamily="34" charset="-122"/>
                        </a:rPr>
                        <a:t>实现简单</a:t>
                      </a:r>
                      <a:endParaRPr lang="en-US" altLang="zh-CN" sz="1600">
                        <a:latin typeface="微软雅黑" panose="020B0503020204020204" pitchFamily="34" charset="-122"/>
                        <a:ea typeface="微软雅黑" panose="020B0503020204020204" pitchFamily="34" charset="-122"/>
                      </a:endParaRPr>
                    </a:p>
                    <a:p>
                      <a:r>
                        <a:rPr lang="zh-CN" altLang="en-US" sz="1600" b="1">
                          <a:solidFill>
                            <a:srgbClr val="FF0000"/>
                          </a:solidFill>
                          <a:latin typeface="微软雅黑" panose="020B0503020204020204" pitchFamily="34" charset="-122"/>
                          <a:ea typeface="微软雅黑" panose="020B0503020204020204" pitchFamily="34" charset="-122"/>
                        </a:rPr>
                        <a:t>缺点：</a:t>
                      </a:r>
                      <a:endParaRPr lang="en-US" altLang="zh-CN" sz="1600" b="1">
                        <a:solidFill>
                          <a:srgbClr val="FF0000"/>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600">
                          <a:latin typeface="微软雅黑" panose="020B0503020204020204" pitchFamily="34" charset="-122"/>
                          <a:ea typeface="微软雅黑" panose="020B0503020204020204" pitchFamily="34" charset="-122"/>
                        </a:rPr>
                        <a:t>可能误判</a:t>
                      </a:r>
                    </a:p>
                    <a:p>
                      <a:pPr marL="285750" indent="-285750">
                        <a:buFont typeface="Arial" panose="020B0604020202020204" pitchFamily="34" charset="0"/>
                        <a:buChar char="•"/>
                      </a:pPr>
                      <a:r>
                        <a:rPr lang="zh-CN" altLang="en-US" sz="1600">
                          <a:latin typeface="微软雅黑" panose="020B0503020204020204" pitchFamily="34" charset="-122"/>
                          <a:ea typeface="微软雅黑" panose="020B0503020204020204" pitchFamily="34" charset="-122"/>
                        </a:rPr>
                        <a:t>若时限设置过长，死锁发生后不容易发现</a:t>
                      </a:r>
                    </a:p>
                  </a:txBody>
                  <a:tcPr/>
                </a:tc>
                <a:tc>
                  <a:txBody>
                    <a:bodyPr/>
                    <a:lstStyle/>
                    <a:p>
                      <a:r>
                        <a:rPr lang="zh-CN" altLang="en-US" sz="1600" b="1">
                          <a:solidFill>
                            <a:srgbClr val="FF0000"/>
                          </a:solidFill>
                          <a:latin typeface="微软雅黑" panose="020B0503020204020204" pitchFamily="34" charset="-122"/>
                          <a:ea typeface="微软雅黑" panose="020B0503020204020204" pitchFamily="34" charset="-122"/>
                        </a:rPr>
                        <a:t>解除死锁：</a:t>
                      </a:r>
                      <a:endParaRPr lang="en-US" altLang="zh-CN" sz="1600" b="1">
                        <a:solidFill>
                          <a:srgbClr val="FF0000"/>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600">
                          <a:latin typeface="微软雅黑" panose="020B0503020204020204" pitchFamily="34" charset="-122"/>
                          <a:ea typeface="微软雅黑" panose="020B0503020204020204" pitchFamily="34" charset="-122"/>
                        </a:rPr>
                        <a:t>选择一个处理死锁代价最小的事务，将其撤消，释放此事务持有的所有的锁，使其它事务得以继续运行下去</a:t>
                      </a:r>
                    </a:p>
                  </a:txBody>
                  <a:tcPr/>
                </a:tc>
                <a:extLst>
                  <a:ext uri="{0D108BD9-81ED-4DB2-BD59-A6C34878D82A}">
                    <a16:rowId xmlns:a16="http://schemas.microsoft.com/office/drawing/2014/main" val="3322560355"/>
                  </a:ext>
                </a:extLst>
              </a:tr>
            </a:tbl>
          </a:graphicData>
        </a:graphic>
      </p:graphicFrame>
      <p:graphicFrame>
        <p:nvGraphicFramePr>
          <p:cNvPr id="6" name="Object 4">
            <a:extLst>
              <a:ext uri="{FF2B5EF4-FFF2-40B4-BE49-F238E27FC236}">
                <a16:creationId xmlns:a16="http://schemas.microsoft.com/office/drawing/2014/main" id="{15F46792-78E5-4D3A-9986-63B1526CDCC5}"/>
              </a:ext>
            </a:extLst>
          </p:cNvPr>
          <p:cNvGraphicFramePr>
            <a:graphicFrameLocks noChangeAspect="1"/>
          </p:cNvGraphicFramePr>
          <p:nvPr>
            <p:extLst/>
          </p:nvPr>
        </p:nvGraphicFramePr>
        <p:xfrm>
          <a:off x="6248400" y="1905186"/>
          <a:ext cx="4084062" cy="1447800"/>
        </p:xfrm>
        <a:graphic>
          <a:graphicData uri="http://schemas.openxmlformats.org/presentationml/2006/ole">
            <mc:AlternateContent xmlns:mc="http://schemas.openxmlformats.org/markup-compatibility/2006">
              <mc:Choice xmlns:v="urn:schemas-microsoft-com:vml" Requires="v">
                <p:oleObj spid="_x0000_s1026" name="Picture" r:id="rId3" imgW="2246376" imgH="713232" progId="Word.Picture.8">
                  <p:embed/>
                </p:oleObj>
              </mc:Choice>
              <mc:Fallback>
                <p:oleObj name="Picture" r:id="rId3" imgW="2246376" imgH="713232" progId="Word.Picture.8">
                  <p:embed/>
                  <p:pic>
                    <p:nvPicPr>
                      <p:cNvPr id="6" name="Object 4">
                        <a:extLst>
                          <a:ext uri="{FF2B5EF4-FFF2-40B4-BE49-F238E27FC236}">
                            <a16:creationId xmlns:a16="http://schemas.microsoft.com/office/drawing/2014/main" id="{15F46792-78E5-4D3A-9986-63B1526CDCC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8400" y="1905186"/>
                        <a:ext cx="4084062" cy="1447800"/>
                      </a:xfrm>
                      <a:prstGeom prst="rect">
                        <a:avLst/>
                      </a:prstGeom>
                      <a:noFill/>
                      <a:ln>
                        <a:noFill/>
                      </a:ln>
                    </p:spPr>
                  </p:pic>
                </p:oleObj>
              </mc:Fallback>
            </mc:AlternateContent>
          </a:graphicData>
        </a:graphic>
      </p:graphicFrame>
      <p:sp>
        <p:nvSpPr>
          <p:cNvPr id="7" name="Text Box 5">
            <a:extLst>
              <a:ext uri="{FF2B5EF4-FFF2-40B4-BE49-F238E27FC236}">
                <a16:creationId xmlns:a16="http://schemas.microsoft.com/office/drawing/2014/main" id="{53E3D38D-A828-47A8-AD91-1BB25B75AAE6}"/>
              </a:ext>
            </a:extLst>
          </p:cNvPr>
          <p:cNvSpPr txBox="1">
            <a:spLocks noChangeArrowheads="1"/>
          </p:cNvSpPr>
          <p:nvPr/>
        </p:nvSpPr>
        <p:spPr bwMode="auto">
          <a:xfrm>
            <a:off x="7086600" y="2800710"/>
            <a:ext cx="172635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buSzPct val="100000"/>
              <a:buFont typeface="Wingdings" pitchFamily="2" charset="2"/>
              <a:buNone/>
            </a:pPr>
            <a:r>
              <a:rPr lang="zh-CN" altLang="zh-CN" sz="2400" dirty="0">
                <a:solidFill>
                  <a:srgbClr val="FF0000"/>
                </a:solidFill>
                <a:latin typeface="微软雅黑" panose="020B0503020204020204" pitchFamily="34" charset="-122"/>
                <a:ea typeface="微软雅黑" panose="020B0503020204020204" pitchFamily="34" charset="-122"/>
              </a:rPr>
              <a:t>事务等待图</a:t>
            </a:r>
          </a:p>
        </p:txBody>
      </p:sp>
      <p:sp>
        <p:nvSpPr>
          <p:cNvPr id="8" name="标题 1">
            <a:extLst>
              <a:ext uri="{FF2B5EF4-FFF2-40B4-BE49-F238E27FC236}">
                <a16:creationId xmlns:a16="http://schemas.microsoft.com/office/drawing/2014/main" id="{19EA9A7B-C73A-48C6-915E-E2569975B3D2}"/>
              </a:ext>
            </a:extLst>
          </p:cNvPr>
          <p:cNvSpPr>
            <a:spLocks noGrp="1"/>
          </p:cNvSpPr>
          <p:nvPr>
            <p:ph type="title"/>
          </p:nvPr>
        </p:nvSpPr>
        <p:spPr>
          <a:xfrm>
            <a:off x="1281113" y="238125"/>
            <a:ext cx="9553575" cy="512763"/>
          </a:xfrm>
        </p:spPr>
        <p:txBody>
          <a:bodyPr/>
          <a:lstStyle/>
          <a:p>
            <a:r>
              <a:rPr lang="zh-CN" altLang="en-US" dirty="0"/>
              <a:t>活锁和死锁</a:t>
            </a:r>
          </a:p>
        </p:txBody>
      </p:sp>
    </p:spTree>
    <p:extLst>
      <p:ext uri="{BB962C8B-B14F-4D97-AF65-F5344CB8AC3E}">
        <p14:creationId xmlns:p14="http://schemas.microsoft.com/office/powerpoint/2010/main" val="42720556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18D5CB-AF8B-45B8-BA3B-3FD55AA7FF8C}"/>
              </a:ext>
            </a:extLst>
          </p:cNvPr>
          <p:cNvSpPr>
            <a:spLocks noGrp="1"/>
          </p:cNvSpPr>
          <p:nvPr>
            <p:ph type="title"/>
          </p:nvPr>
        </p:nvSpPr>
        <p:spPr/>
        <p:txBody>
          <a:bodyPr>
            <a:noAutofit/>
          </a:bodyPr>
          <a:lstStyle/>
          <a:p>
            <a:r>
              <a:rPr lang="en-US" altLang="zh-CN" dirty="0"/>
              <a:t>11.5 </a:t>
            </a:r>
            <a:r>
              <a:rPr lang="zh-CN" altLang="en-US" dirty="0"/>
              <a:t>并发调度的可串行性</a:t>
            </a:r>
          </a:p>
        </p:txBody>
      </p:sp>
      <p:sp>
        <p:nvSpPr>
          <p:cNvPr id="3" name="内容占位符 2">
            <a:extLst>
              <a:ext uri="{FF2B5EF4-FFF2-40B4-BE49-F238E27FC236}">
                <a16:creationId xmlns:a16="http://schemas.microsoft.com/office/drawing/2014/main" id="{7EEC08D0-F608-451D-AB47-4968C7F304BD}"/>
              </a:ext>
            </a:extLst>
          </p:cNvPr>
          <p:cNvSpPr>
            <a:spLocks noGrp="1"/>
          </p:cNvSpPr>
          <p:nvPr>
            <p:ph idx="1"/>
          </p:nvPr>
        </p:nvSpPr>
        <p:spPr/>
        <p:txBody>
          <a:bodyPr>
            <a:normAutofit fontScale="92500"/>
          </a:bodyPr>
          <a:lstStyle/>
          <a:p>
            <a:r>
              <a:rPr lang="zh-CN" altLang="en-US" dirty="0"/>
              <a:t>数据库管理系统对并发事务不同的调度可能会产生不同的结果。</a:t>
            </a:r>
            <a:endParaRPr lang="en-US" altLang="zh-CN" dirty="0"/>
          </a:p>
          <a:p>
            <a:endParaRPr lang="zh-CN" altLang="en-US" sz="1000" dirty="0"/>
          </a:p>
          <a:p>
            <a:r>
              <a:rPr lang="zh-CN" altLang="en-US" dirty="0">
                <a:solidFill>
                  <a:srgbClr val="FF0000"/>
                </a:solidFill>
              </a:rPr>
              <a:t>什么调度是正确的？</a:t>
            </a:r>
            <a:endParaRPr lang="en-US" altLang="zh-CN" dirty="0">
              <a:solidFill>
                <a:srgbClr val="FF0000"/>
              </a:solidFill>
            </a:endParaRPr>
          </a:p>
          <a:p>
            <a:pPr lvl="1"/>
            <a:r>
              <a:rPr lang="zh-CN" altLang="en-US" sz="2600" dirty="0">
                <a:solidFill>
                  <a:srgbClr val="0000FF"/>
                </a:solidFill>
              </a:rPr>
              <a:t>串行调度</a:t>
            </a:r>
            <a:endParaRPr lang="en-US" altLang="zh-CN" sz="2600" dirty="0">
              <a:solidFill>
                <a:srgbClr val="0000FF"/>
              </a:solidFill>
            </a:endParaRPr>
          </a:p>
          <a:p>
            <a:pPr lvl="1"/>
            <a:r>
              <a:rPr lang="zh-CN" altLang="en-US" sz="2600" dirty="0">
                <a:solidFill>
                  <a:srgbClr val="0000FF"/>
                </a:solidFill>
              </a:rPr>
              <a:t>可串行化调度</a:t>
            </a:r>
            <a:endParaRPr lang="en-US" altLang="zh-CN" sz="2600" dirty="0">
              <a:solidFill>
                <a:srgbClr val="0000FF"/>
              </a:solidFill>
            </a:endParaRPr>
          </a:p>
          <a:p>
            <a:pPr lvl="1"/>
            <a:endParaRPr lang="en-US" altLang="zh-CN" sz="1000" dirty="0">
              <a:solidFill>
                <a:srgbClr val="0000FF"/>
              </a:solidFill>
            </a:endParaRPr>
          </a:p>
          <a:p>
            <a:r>
              <a:rPr lang="zh-CN" altLang="en-US" u="sng" dirty="0">
                <a:solidFill>
                  <a:srgbClr val="FF0000"/>
                </a:solidFill>
              </a:rPr>
              <a:t>可串行化</a:t>
            </a:r>
            <a:r>
              <a:rPr lang="en-US" altLang="zh-CN" u="sng" dirty="0">
                <a:solidFill>
                  <a:srgbClr val="FF0000"/>
                </a:solidFill>
              </a:rPr>
              <a:t>(serializable)</a:t>
            </a:r>
            <a:r>
              <a:rPr lang="zh-CN" altLang="en-US" u="sng" dirty="0">
                <a:solidFill>
                  <a:srgbClr val="FF0000"/>
                </a:solidFill>
              </a:rPr>
              <a:t>调度</a:t>
            </a:r>
            <a:endParaRPr lang="en-US" altLang="zh-CN" dirty="0">
              <a:solidFill>
                <a:srgbClr val="0000FF"/>
              </a:solidFill>
            </a:endParaRPr>
          </a:p>
          <a:p>
            <a:pPr lvl="1"/>
            <a:r>
              <a:rPr lang="zh-CN" altLang="en-US" sz="2600" dirty="0">
                <a:solidFill>
                  <a:srgbClr val="0000FF"/>
                </a:solidFill>
              </a:rPr>
              <a:t>多个事务的并发执行是正确的，当且仅当其结果</a:t>
            </a:r>
            <a:r>
              <a:rPr lang="zh-CN" altLang="en-US" sz="2600" dirty="0"/>
              <a:t>与</a:t>
            </a:r>
            <a:r>
              <a:rPr lang="zh-CN" altLang="en-US" sz="2600" dirty="0">
                <a:solidFill>
                  <a:srgbClr val="0000FF"/>
                </a:solidFill>
              </a:rPr>
              <a:t>按</a:t>
            </a:r>
            <a:r>
              <a:rPr lang="zh-CN" altLang="en-US" sz="2600" dirty="0">
                <a:solidFill>
                  <a:srgbClr val="FF0000"/>
                </a:solidFill>
              </a:rPr>
              <a:t>某一次序串行</a:t>
            </a:r>
            <a:r>
              <a:rPr lang="zh-CN" altLang="en-US" sz="2600" dirty="0">
                <a:solidFill>
                  <a:srgbClr val="0000FF"/>
                </a:solidFill>
              </a:rPr>
              <a:t>地执行这些事务时的结果相同</a:t>
            </a:r>
            <a:r>
              <a:rPr lang="zh-CN" altLang="en-US" sz="2600" dirty="0"/>
              <a:t>，称这种调度策略为</a:t>
            </a:r>
            <a:r>
              <a:rPr lang="zh-CN" altLang="en-US" sz="2600" dirty="0">
                <a:solidFill>
                  <a:srgbClr val="0000FF"/>
                </a:solidFill>
              </a:rPr>
              <a:t>可串行化</a:t>
            </a:r>
            <a:r>
              <a:rPr lang="en-US" altLang="zh-CN" sz="2600" dirty="0">
                <a:solidFill>
                  <a:srgbClr val="0000FF"/>
                </a:solidFill>
              </a:rPr>
              <a:t>(serializable)</a:t>
            </a:r>
            <a:r>
              <a:rPr lang="zh-CN" altLang="en-US" sz="2600" dirty="0">
                <a:solidFill>
                  <a:srgbClr val="0000FF"/>
                </a:solidFill>
              </a:rPr>
              <a:t>调度。</a:t>
            </a:r>
            <a:endParaRPr lang="en-US" altLang="zh-CN" sz="2600" dirty="0">
              <a:solidFill>
                <a:srgbClr val="0000FF"/>
              </a:solidFill>
            </a:endParaRPr>
          </a:p>
          <a:p>
            <a:pPr lvl="1"/>
            <a:endParaRPr lang="en-US" altLang="zh-CN" sz="1100" dirty="0">
              <a:solidFill>
                <a:srgbClr val="0000FF"/>
              </a:solidFill>
            </a:endParaRPr>
          </a:p>
          <a:p>
            <a:r>
              <a:rPr lang="zh-CN" altLang="en-US" dirty="0">
                <a:solidFill>
                  <a:srgbClr val="0000FF"/>
                </a:solidFill>
              </a:rPr>
              <a:t>可串行性</a:t>
            </a:r>
            <a:r>
              <a:rPr lang="en-US" altLang="zh-CN" dirty="0">
                <a:solidFill>
                  <a:srgbClr val="0000FF"/>
                </a:solidFill>
              </a:rPr>
              <a:t>(serializability)</a:t>
            </a:r>
            <a:r>
              <a:rPr lang="zh-CN" altLang="en-US" dirty="0">
                <a:solidFill>
                  <a:srgbClr val="0000FF"/>
                </a:solidFill>
              </a:rPr>
              <a:t>是并发事务正确调度的准则。</a:t>
            </a:r>
            <a:endParaRPr lang="en-US" altLang="zh-CN" dirty="0">
              <a:solidFill>
                <a:srgbClr val="0000FF"/>
              </a:solidFill>
            </a:endParaRPr>
          </a:p>
          <a:p>
            <a:pPr lvl="1"/>
            <a:r>
              <a:rPr lang="zh-CN" altLang="en-US" sz="2600" dirty="0"/>
              <a:t>一个给定的并发调度，当且仅当它是可串行化的，才认为是正确调度 </a:t>
            </a:r>
            <a:endParaRPr lang="en-US" altLang="zh-CN" sz="2600" dirty="0"/>
          </a:p>
        </p:txBody>
      </p:sp>
      <p:sp>
        <p:nvSpPr>
          <p:cNvPr id="4" name="灯片编号占位符 3">
            <a:extLst>
              <a:ext uri="{FF2B5EF4-FFF2-40B4-BE49-F238E27FC236}">
                <a16:creationId xmlns:a16="http://schemas.microsoft.com/office/drawing/2014/main" id="{FE89FCEF-F9E9-4001-9CB6-56F5385B2603}"/>
              </a:ext>
            </a:extLst>
          </p:cNvPr>
          <p:cNvSpPr>
            <a:spLocks noGrp="1"/>
          </p:cNvSpPr>
          <p:nvPr>
            <p:ph type="sldNum" sz="quarter" idx="12"/>
          </p:nvPr>
        </p:nvSpPr>
        <p:spPr/>
        <p:txBody>
          <a:bodyPr/>
          <a:lstStyle/>
          <a:p>
            <a:fld id="{47C9E101-E51D-431E-84FA-C029B8655B60}" type="slidenum">
              <a:rPr lang="zh-CN" altLang="en-US" smtClean="0"/>
              <a:pPr/>
              <a:t>21</a:t>
            </a:fld>
            <a:endParaRPr lang="zh-CN" altLang="en-US" dirty="0"/>
          </a:p>
        </p:txBody>
      </p:sp>
    </p:spTree>
    <p:extLst>
      <p:ext uri="{BB962C8B-B14F-4D97-AF65-F5344CB8AC3E}">
        <p14:creationId xmlns:p14="http://schemas.microsoft.com/office/powerpoint/2010/main" val="2451885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FD26D0-330A-4B75-A512-D7C09C2B0B6D}"/>
              </a:ext>
            </a:extLst>
          </p:cNvPr>
          <p:cNvSpPr>
            <a:spLocks noGrp="1"/>
          </p:cNvSpPr>
          <p:nvPr>
            <p:ph type="title"/>
          </p:nvPr>
        </p:nvSpPr>
        <p:spPr/>
        <p:txBody>
          <a:bodyPr/>
          <a:lstStyle/>
          <a:p>
            <a:r>
              <a:rPr lang="en-US" altLang="zh-CN" dirty="0"/>
              <a:t>11.6  </a:t>
            </a:r>
            <a:r>
              <a:rPr lang="zh-CN" altLang="en-US" dirty="0"/>
              <a:t>两段锁协议</a:t>
            </a:r>
          </a:p>
        </p:txBody>
      </p:sp>
      <p:sp>
        <p:nvSpPr>
          <p:cNvPr id="3" name="内容占位符 2">
            <a:extLst>
              <a:ext uri="{FF2B5EF4-FFF2-40B4-BE49-F238E27FC236}">
                <a16:creationId xmlns:a16="http://schemas.microsoft.com/office/drawing/2014/main" id="{E69C6508-406A-4A8A-961C-05DF7237D1B3}"/>
              </a:ext>
            </a:extLst>
          </p:cNvPr>
          <p:cNvSpPr>
            <a:spLocks noGrp="1"/>
          </p:cNvSpPr>
          <p:nvPr>
            <p:ph idx="1"/>
          </p:nvPr>
        </p:nvSpPr>
        <p:spPr/>
        <p:txBody>
          <a:bodyPr>
            <a:normAutofit fontScale="85000" lnSpcReduction="10000"/>
          </a:bodyPr>
          <a:lstStyle/>
          <a:p>
            <a:r>
              <a:rPr lang="zh-CN" altLang="en-US" sz="3000" dirty="0"/>
              <a:t>为了保证并发调度的正确性，</a:t>
            </a:r>
            <a:r>
              <a:rPr lang="en-US" altLang="zh-CN" sz="3000" dirty="0"/>
              <a:t>DBMS</a:t>
            </a:r>
            <a:r>
              <a:rPr lang="zh-CN" altLang="en-US" sz="3000" dirty="0"/>
              <a:t>的并发控制机制必须提供一定的手段来保证调度是可串行化的。</a:t>
            </a:r>
            <a:endParaRPr lang="en-US" altLang="zh-CN" sz="3000" dirty="0"/>
          </a:p>
          <a:p>
            <a:pPr lvl="1"/>
            <a:r>
              <a:rPr lang="zh-CN" altLang="en-US" sz="2600" dirty="0"/>
              <a:t>之前的方法理论上可行，但实际运用中不可行</a:t>
            </a:r>
            <a:endParaRPr lang="en-US" altLang="zh-CN" sz="2600" dirty="0"/>
          </a:p>
          <a:p>
            <a:pPr marL="288000" lvl="1" indent="0">
              <a:buNone/>
            </a:pPr>
            <a:endParaRPr lang="en-US" altLang="zh-CN" sz="1100" dirty="0"/>
          </a:p>
          <a:p>
            <a:r>
              <a:rPr lang="zh-CN" altLang="en-US" sz="3000" dirty="0"/>
              <a:t>目前</a:t>
            </a:r>
            <a:r>
              <a:rPr lang="en-US" altLang="zh-CN" sz="3000" dirty="0"/>
              <a:t>DBMS</a:t>
            </a:r>
            <a:r>
              <a:rPr lang="zh-CN" altLang="en-US" sz="3000" dirty="0"/>
              <a:t>普遍采用</a:t>
            </a:r>
            <a:r>
              <a:rPr lang="zh-CN" altLang="en-US" sz="3000" u="sng" dirty="0">
                <a:solidFill>
                  <a:srgbClr val="FF0000"/>
                </a:solidFill>
              </a:rPr>
              <a:t>两段锁协议</a:t>
            </a:r>
            <a:r>
              <a:rPr lang="zh-CN" altLang="en-US" sz="3000" dirty="0"/>
              <a:t>（</a:t>
            </a:r>
            <a:r>
              <a:rPr lang="en-US" altLang="zh-CN" sz="3000" dirty="0"/>
              <a:t>Two-phase Locking, 2PL</a:t>
            </a:r>
            <a:r>
              <a:rPr lang="zh-CN" altLang="en-US" sz="3000" dirty="0"/>
              <a:t>）实现并发调度的可串行性，从而保证调度的正确性。</a:t>
            </a:r>
            <a:endParaRPr lang="en-US" altLang="zh-CN" sz="3000" dirty="0"/>
          </a:p>
          <a:p>
            <a:pPr marL="0" indent="0">
              <a:buNone/>
            </a:pPr>
            <a:endParaRPr lang="en-US" altLang="zh-CN" sz="1100" dirty="0"/>
          </a:p>
          <a:p>
            <a:r>
              <a:rPr lang="zh-CN" altLang="en-US" sz="3000" u="sng" dirty="0">
                <a:solidFill>
                  <a:srgbClr val="FF0000"/>
                </a:solidFill>
              </a:rPr>
              <a:t>两段锁协议</a:t>
            </a:r>
            <a:r>
              <a:rPr lang="zh-CN" altLang="en-US" sz="3000" dirty="0"/>
              <a:t>是</a:t>
            </a:r>
            <a:r>
              <a:rPr lang="zh-CN" altLang="en-US" sz="3000" dirty="0">
                <a:solidFill>
                  <a:srgbClr val="0000FF"/>
                </a:solidFill>
              </a:rPr>
              <a:t>指</a:t>
            </a:r>
            <a:r>
              <a:rPr lang="zh-CN" altLang="en-US" sz="3000" dirty="0">
                <a:solidFill>
                  <a:srgbClr val="FF0000"/>
                </a:solidFill>
              </a:rPr>
              <a:t>每个事务</a:t>
            </a:r>
            <a:r>
              <a:rPr lang="zh-CN" altLang="en-US" sz="3000" dirty="0">
                <a:solidFill>
                  <a:srgbClr val="0000FF"/>
                </a:solidFill>
              </a:rPr>
              <a:t>必须分为</a:t>
            </a:r>
            <a:r>
              <a:rPr lang="zh-CN" altLang="en-US" sz="3000" dirty="0">
                <a:solidFill>
                  <a:srgbClr val="FF0000"/>
                </a:solidFill>
              </a:rPr>
              <a:t>两个阶段</a:t>
            </a:r>
            <a:r>
              <a:rPr lang="zh-CN" altLang="en-US" sz="3000" dirty="0">
                <a:solidFill>
                  <a:srgbClr val="0000FF"/>
                </a:solidFill>
              </a:rPr>
              <a:t>对数据项进行</a:t>
            </a:r>
            <a:r>
              <a:rPr lang="zh-CN" altLang="en-US" sz="3000" dirty="0">
                <a:solidFill>
                  <a:srgbClr val="FF0000"/>
                </a:solidFill>
              </a:rPr>
              <a:t>加锁</a:t>
            </a:r>
            <a:r>
              <a:rPr lang="zh-CN" altLang="en-US" sz="3000" dirty="0">
                <a:solidFill>
                  <a:srgbClr val="0000FF"/>
                </a:solidFill>
              </a:rPr>
              <a:t>和</a:t>
            </a:r>
            <a:r>
              <a:rPr lang="zh-CN" altLang="en-US" sz="3000" dirty="0">
                <a:solidFill>
                  <a:srgbClr val="FF0000"/>
                </a:solidFill>
              </a:rPr>
              <a:t>解锁</a:t>
            </a:r>
            <a:r>
              <a:rPr lang="zh-CN" altLang="en-US" sz="3000" dirty="0"/>
              <a:t>。</a:t>
            </a:r>
            <a:endParaRPr lang="en-US" altLang="zh-CN" sz="3000" dirty="0"/>
          </a:p>
          <a:p>
            <a:pPr lvl="1"/>
            <a:r>
              <a:rPr lang="zh-CN" altLang="en-US" sz="2600" dirty="0"/>
              <a:t>在对任何数据进行读、写操作之前，首先要申请并获得对该数据的封锁；</a:t>
            </a:r>
            <a:endParaRPr lang="en-US" altLang="zh-CN" sz="2600" dirty="0"/>
          </a:p>
          <a:p>
            <a:pPr lvl="1"/>
            <a:r>
              <a:rPr lang="zh-CN" altLang="en-US" sz="2600" dirty="0"/>
              <a:t>在释放一个封锁之后，事务不再申请和获得对任何其他封锁。</a:t>
            </a:r>
            <a:endParaRPr lang="en-US" altLang="zh-CN" sz="2600" dirty="0"/>
          </a:p>
          <a:p>
            <a:pPr lvl="1"/>
            <a:endParaRPr lang="en-US" altLang="zh-CN" sz="1100" dirty="0"/>
          </a:p>
          <a:p>
            <a:r>
              <a:rPr lang="zh-CN" altLang="en-US" sz="3000" u="sng" dirty="0">
                <a:solidFill>
                  <a:srgbClr val="FF0000"/>
                </a:solidFill>
              </a:rPr>
              <a:t>结论</a:t>
            </a:r>
            <a:r>
              <a:rPr lang="zh-CN" altLang="en-US" sz="3000" dirty="0">
                <a:solidFill>
                  <a:srgbClr val="FF0000"/>
                </a:solidFill>
              </a:rPr>
              <a:t>：</a:t>
            </a:r>
            <a:r>
              <a:rPr lang="zh-CN" altLang="en-US" sz="3000" dirty="0">
                <a:solidFill>
                  <a:srgbClr val="0000FF"/>
                </a:solidFill>
              </a:rPr>
              <a:t>若并发执行的所有事务都遵守两段锁协议，则对这些事务的任何并发调度都是可串行化的。</a:t>
            </a:r>
            <a:endParaRPr lang="zh-CN" altLang="en-US" dirty="0"/>
          </a:p>
          <a:p>
            <a:endParaRPr lang="zh-CN" altLang="en-US" dirty="0"/>
          </a:p>
        </p:txBody>
      </p:sp>
      <p:sp>
        <p:nvSpPr>
          <p:cNvPr id="4" name="灯片编号占位符 3">
            <a:extLst>
              <a:ext uri="{FF2B5EF4-FFF2-40B4-BE49-F238E27FC236}">
                <a16:creationId xmlns:a16="http://schemas.microsoft.com/office/drawing/2014/main" id="{27EAD319-9AAA-462B-9B1F-280DAFFA84D2}"/>
              </a:ext>
            </a:extLst>
          </p:cNvPr>
          <p:cNvSpPr>
            <a:spLocks noGrp="1"/>
          </p:cNvSpPr>
          <p:nvPr>
            <p:ph type="sldNum" sz="quarter" idx="12"/>
          </p:nvPr>
        </p:nvSpPr>
        <p:spPr/>
        <p:txBody>
          <a:bodyPr/>
          <a:lstStyle/>
          <a:p>
            <a:fld id="{47C9E101-E51D-431E-84FA-C029B8655B60}" type="slidenum">
              <a:rPr lang="zh-CN" altLang="en-US" smtClean="0"/>
              <a:pPr/>
              <a:t>22</a:t>
            </a:fld>
            <a:endParaRPr lang="zh-CN" altLang="en-US" dirty="0"/>
          </a:p>
        </p:txBody>
      </p:sp>
    </p:spTree>
    <p:extLst>
      <p:ext uri="{BB962C8B-B14F-4D97-AF65-F5344CB8AC3E}">
        <p14:creationId xmlns:p14="http://schemas.microsoft.com/office/powerpoint/2010/main" val="10070775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1B23E8-E6B1-4DD3-AD86-8C900D849BDC}"/>
              </a:ext>
            </a:extLst>
          </p:cNvPr>
          <p:cNvSpPr>
            <a:spLocks noGrp="1"/>
          </p:cNvSpPr>
          <p:nvPr>
            <p:ph type="title"/>
          </p:nvPr>
        </p:nvSpPr>
        <p:spPr/>
        <p:txBody>
          <a:bodyPr>
            <a:noAutofit/>
          </a:bodyPr>
          <a:lstStyle/>
          <a:p>
            <a:r>
              <a:rPr lang="en-US" altLang="zh-CN" dirty="0"/>
              <a:t>11.7  </a:t>
            </a:r>
            <a:r>
              <a:rPr lang="zh-CN" altLang="en-US" dirty="0"/>
              <a:t>封锁的粒度</a:t>
            </a:r>
          </a:p>
        </p:txBody>
      </p:sp>
      <p:sp>
        <p:nvSpPr>
          <p:cNvPr id="3" name="内容占位符 2">
            <a:extLst>
              <a:ext uri="{FF2B5EF4-FFF2-40B4-BE49-F238E27FC236}">
                <a16:creationId xmlns:a16="http://schemas.microsoft.com/office/drawing/2014/main" id="{0FED1F2A-AE92-490E-8F37-C7208D6B1C34}"/>
              </a:ext>
            </a:extLst>
          </p:cNvPr>
          <p:cNvSpPr>
            <a:spLocks noGrp="1"/>
          </p:cNvSpPr>
          <p:nvPr>
            <p:ph idx="1"/>
          </p:nvPr>
        </p:nvSpPr>
        <p:spPr/>
        <p:txBody>
          <a:bodyPr>
            <a:normAutofit/>
          </a:bodyPr>
          <a:lstStyle/>
          <a:p>
            <a:r>
              <a:rPr lang="zh-CN" altLang="en-US" dirty="0">
                <a:solidFill>
                  <a:srgbClr val="FF0000"/>
                </a:solidFill>
              </a:rPr>
              <a:t>封锁粒度（</a:t>
            </a:r>
            <a:r>
              <a:rPr lang="en-US" altLang="zh-CN" dirty="0">
                <a:solidFill>
                  <a:srgbClr val="FF0000"/>
                </a:solidFill>
              </a:rPr>
              <a:t>granularity</a:t>
            </a:r>
            <a:r>
              <a:rPr lang="zh-CN" altLang="en-US" dirty="0">
                <a:solidFill>
                  <a:srgbClr val="FF0000"/>
                </a:solidFill>
              </a:rPr>
              <a:t>）</a:t>
            </a:r>
            <a:endParaRPr lang="en-US" altLang="zh-CN" dirty="0">
              <a:solidFill>
                <a:srgbClr val="FF0000"/>
              </a:solidFill>
            </a:endParaRPr>
          </a:p>
          <a:p>
            <a:pPr lvl="1"/>
            <a:r>
              <a:rPr lang="zh-CN" altLang="en-US" dirty="0">
                <a:solidFill>
                  <a:srgbClr val="0000FF"/>
                </a:solidFill>
              </a:rPr>
              <a:t>指封锁对象的大小</a:t>
            </a:r>
            <a:endParaRPr lang="en-US" altLang="zh-CN" dirty="0">
              <a:solidFill>
                <a:srgbClr val="0000FF"/>
              </a:solidFill>
            </a:endParaRPr>
          </a:p>
          <a:p>
            <a:pPr lvl="1"/>
            <a:r>
              <a:rPr lang="zh-CN" altLang="en-US" dirty="0">
                <a:solidFill>
                  <a:srgbClr val="0000FF"/>
                </a:solidFill>
              </a:rPr>
              <a:t>粗粒度</a:t>
            </a:r>
            <a:r>
              <a:rPr lang="en-US" altLang="zh-CN" dirty="0">
                <a:solidFill>
                  <a:srgbClr val="0000FF"/>
                </a:solidFill>
              </a:rPr>
              <a:t>(coarse granularity)</a:t>
            </a:r>
            <a:r>
              <a:rPr lang="zh-CN" altLang="en-US" dirty="0">
                <a:solidFill>
                  <a:srgbClr val="0000FF"/>
                </a:solidFill>
              </a:rPr>
              <a:t> </a:t>
            </a:r>
            <a:r>
              <a:rPr lang="en-US" altLang="zh-CN" dirty="0">
                <a:solidFill>
                  <a:srgbClr val="0000FF"/>
                </a:solidFill>
              </a:rPr>
              <a:t>VS. </a:t>
            </a:r>
            <a:r>
              <a:rPr lang="zh-CN" altLang="en-US" dirty="0">
                <a:solidFill>
                  <a:srgbClr val="0000FF"/>
                </a:solidFill>
              </a:rPr>
              <a:t>细粒度</a:t>
            </a:r>
            <a:r>
              <a:rPr lang="en-US" altLang="zh-CN" dirty="0">
                <a:solidFill>
                  <a:srgbClr val="0000FF"/>
                </a:solidFill>
              </a:rPr>
              <a:t>(fine granularity)</a:t>
            </a:r>
            <a:r>
              <a:rPr lang="zh-CN" altLang="en-US" dirty="0">
                <a:solidFill>
                  <a:srgbClr val="0000FF"/>
                </a:solidFill>
              </a:rPr>
              <a:t> </a:t>
            </a:r>
            <a:endParaRPr lang="en-US" altLang="zh-CN" dirty="0">
              <a:solidFill>
                <a:srgbClr val="0000FF"/>
              </a:solidFill>
            </a:endParaRPr>
          </a:p>
          <a:p>
            <a:pPr marL="357187" lvl="1" indent="0">
              <a:buNone/>
            </a:pPr>
            <a:endParaRPr lang="en-US" altLang="zh-CN" sz="900" dirty="0">
              <a:solidFill>
                <a:srgbClr val="0000FF"/>
              </a:solidFill>
            </a:endParaRPr>
          </a:p>
          <a:p>
            <a:r>
              <a:rPr lang="zh-CN" altLang="en-US" dirty="0">
                <a:solidFill>
                  <a:srgbClr val="FF0000"/>
                </a:solidFill>
              </a:rPr>
              <a:t>封锁的对象</a:t>
            </a:r>
            <a:endParaRPr lang="en-US" altLang="zh-CN" dirty="0">
              <a:solidFill>
                <a:srgbClr val="FF0000"/>
              </a:solidFill>
            </a:endParaRPr>
          </a:p>
          <a:p>
            <a:pPr lvl="1"/>
            <a:r>
              <a:rPr lang="zh-CN" altLang="en-US" dirty="0">
                <a:solidFill>
                  <a:srgbClr val="0000FF"/>
                </a:solidFill>
              </a:rPr>
              <a:t>逻辑单元，物理单元</a:t>
            </a:r>
            <a:endParaRPr lang="en-US" altLang="zh-CN" dirty="0">
              <a:solidFill>
                <a:srgbClr val="0000FF"/>
              </a:solidFill>
            </a:endParaRPr>
          </a:p>
          <a:p>
            <a:pPr lvl="1"/>
            <a:r>
              <a:rPr lang="zh-CN" altLang="en-US" dirty="0">
                <a:solidFill>
                  <a:srgbClr val="0000FF"/>
                </a:solidFill>
              </a:rPr>
              <a:t>关系数据库中的逻辑单元</a:t>
            </a:r>
            <a:endParaRPr lang="en-US" altLang="zh-CN" dirty="0">
              <a:solidFill>
                <a:srgbClr val="0000FF"/>
              </a:solidFill>
            </a:endParaRPr>
          </a:p>
          <a:p>
            <a:pPr lvl="2"/>
            <a:r>
              <a:rPr lang="zh-CN" altLang="en-US" dirty="0"/>
              <a:t>属性值、属性值的集合、元组、关系、索引项、整个索引、整个数据库</a:t>
            </a:r>
            <a:endParaRPr lang="en-US" altLang="zh-CN" dirty="0"/>
          </a:p>
          <a:p>
            <a:pPr lvl="1"/>
            <a:r>
              <a:rPr lang="zh-CN" altLang="en-US" dirty="0">
                <a:solidFill>
                  <a:srgbClr val="0000FF"/>
                </a:solidFill>
              </a:rPr>
              <a:t>关系数据库中的物理单元</a:t>
            </a:r>
            <a:endParaRPr lang="en-US" altLang="zh-CN" dirty="0">
              <a:solidFill>
                <a:srgbClr val="0000FF"/>
              </a:solidFill>
            </a:endParaRPr>
          </a:p>
          <a:p>
            <a:pPr lvl="2"/>
            <a:r>
              <a:rPr lang="zh-CN" altLang="en-US" dirty="0"/>
              <a:t>页（数据页或索引页）、物理记录</a:t>
            </a:r>
          </a:p>
          <a:p>
            <a:endParaRPr lang="zh-CN" altLang="en-US" dirty="0"/>
          </a:p>
        </p:txBody>
      </p:sp>
      <p:sp>
        <p:nvSpPr>
          <p:cNvPr id="4" name="灯片编号占位符 3">
            <a:extLst>
              <a:ext uri="{FF2B5EF4-FFF2-40B4-BE49-F238E27FC236}">
                <a16:creationId xmlns:a16="http://schemas.microsoft.com/office/drawing/2014/main" id="{9AE110EC-0BFF-492A-841A-187C1E2225BA}"/>
              </a:ext>
            </a:extLst>
          </p:cNvPr>
          <p:cNvSpPr>
            <a:spLocks noGrp="1"/>
          </p:cNvSpPr>
          <p:nvPr>
            <p:ph type="sldNum" sz="quarter" idx="12"/>
          </p:nvPr>
        </p:nvSpPr>
        <p:spPr/>
        <p:txBody>
          <a:bodyPr/>
          <a:lstStyle/>
          <a:p>
            <a:fld id="{47C9E101-E51D-431E-84FA-C029B8655B60}" type="slidenum">
              <a:rPr lang="zh-CN" altLang="en-US" smtClean="0"/>
              <a:pPr/>
              <a:t>23</a:t>
            </a:fld>
            <a:endParaRPr lang="zh-CN" altLang="en-US" dirty="0"/>
          </a:p>
        </p:txBody>
      </p:sp>
    </p:spTree>
    <p:extLst>
      <p:ext uri="{BB962C8B-B14F-4D97-AF65-F5344CB8AC3E}">
        <p14:creationId xmlns:p14="http://schemas.microsoft.com/office/powerpoint/2010/main" val="3324947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DD781C-6317-4101-A04C-30E9E088E6A1}"/>
              </a:ext>
            </a:extLst>
          </p:cNvPr>
          <p:cNvSpPr>
            <a:spLocks noGrp="1"/>
          </p:cNvSpPr>
          <p:nvPr>
            <p:ph type="title"/>
          </p:nvPr>
        </p:nvSpPr>
        <p:spPr/>
        <p:txBody>
          <a:bodyPr/>
          <a:lstStyle/>
          <a:p>
            <a:r>
              <a:rPr lang="zh-CN" altLang="en-US" dirty="0"/>
              <a:t>封锁的粒度</a:t>
            </a:r>
          </a:p>
        </p:txBody>
      </p:sp>
      <p:sp>
        <p:nvSpPr>
          <p:cNvPr id="3" name="内容占位符 2">
            <a:extLst>
              <a:ext uri="{FF2B5EF4-FFF2-40B4-BE49-F238E27FC236}">
                <a16:creationId xmlns:a16="http://schemas.microsoft.com/office/drawing/2014/main" id="{83791F50-3720-4164-9BE0-7A37F1019797}"/>
              </a:ext>
            </a:extLst>
          </p:cNvPr>
          <p:cNvSpPr>
            <a:spLocks noGrp="1"/>
          </p:cNvSpPr>
          <p:nvPr>
            <p:ph idx="1"/>
          </p:nvPr>
        </p:nvSpPr>
        <p:spPr/>
        <p:txBody>
          <a:bodyPr>
            <a:normAutofit lnSpcReduction="10000"/>
          </a:bodyPr>
          <a:lstStyle/>
          <a:p>
            <a:r>
              <a:rPr lang="zh-CN" altLang="en-US" dirty="0">
                <a:solidFill>
                  <a:srgbClr val="FF0000"/>
                </a:solidFill>
              </a:rPr>
              <a:t>封锁粒度与系统的并发度和并发控制的开销密切相关</a:t>
            </a:r>
            <a:r>
              <a:rPr lang="zh-CN" altLang="en-US" dirty="0"/>
              <a:t>。</a:t>
            </a:r>
            <a:endParaRPr lang="en-US" altLang="zh-CN" dirty="0"/>
          </a:p>
          <a:p>
            <a:pPr lvl="1"/>
            <a:r>
              <a:rPr lang="zh-CN" altLang="en-US" dirty="0">
                <a:solidFill>
                  <a:srgbClr val="0000FF"/>
                </a:solidFill>
              </a:rPr>
              <a:t>封锁的粒度越大，数据库所能够封锁的数据单元就越少，并发度就越小，系统开销也越小；</a:t>
            </a:r>
          </a:p>
          <a:p>
            <a:pPr lvl="1"/>
            <a:r>
              <a:rPr lang="zh-CN" altLang="en-US" dirty="0">
                <a:solidFill>
                  <a:srgbClr val="0000FF"/>
                </a:solidFill>
              </a:rPr>
              <a:t>封锁的粒度越小，并发度较高，但系统开销也就越大。</a:t>
            </a:r>
            <a:endParaRPr lang="en-US" altLang="zh-CN" dirty="0">
              <a:solidFill>
                <a:srgbClr val="0000FF"/>
              </a:solidFill>
            </a:endParaRPr>
          </a:p>
          <a:p>
            <a:pPr marL="357187" lvl="1" indent="0">
              <a:buNone/>
            </a:pPr>
            <a:endParaRPr lang="zh-CN" altLang="en-US" sz="700" dirty="0">
              <a:solidFill>
                <a:srgbClr val="0000FF"/>
              </a:solidFill>
            </a:endParaRPr>
          </a:p>
          <a:p>
            <a:pPr marL="357187" lvl="1" indent="0">
              <a:buNone/>
            </a:pPr>
            <a:r>
              <a:rPr lang="en-US" altLang="zh-CN" b="1" dirty="0">
                <a:solidFill>
                  <a:srgbClr val="FF0000"/>
                </a:solidFill>
              </a:rPr>
              <a:t>[</a:t>
            </a:r>
            <a:r>
              <a:rPr lang="zh-CN" altLang="en-US" b="1" dirty="0">
                <a:solidFill>
                  <a:srgbClr val="FF0000"/>
                </a:solidFill>
              </a:rPr>
              <a:t>示例</a:t>
            </a:r>
            <a:r>
              <a:rPr lang="en-US" altLang="zh-CN" b="1" dirty="0">
                <a:solidFill>
                  <a:srgbClr val="FF0000"/>
                </a:solidFill>
              </a:rPr>
              <a:t>]</a:t>
            </a:r>
            <a:r>
              <a:rPr lang="zh-CN" altLang="en-US" b="1" dirty="0">
                <a:solidFill>
                  <a:srgbClr val="FF0000"/>
                </a:solidFill>
              </a:rPr>
              <a:t>：</a:t>
            </a:r>
            <a:endParaRPr lang="en-US" altLang="zh-CN" b="1" dirty="0">
              <a:solidFill>
                <a:srgbClr val="FF0000"/>
              </a:solidFill>
            </a:endParaRPr>
          </a:p>
          <a:p>
            <a:pPr marL="814387" lvl="1" indent="-457200">
              <a:buFont typeface="+mj-ea"/>
              <a:buAutoNum type="circleNumDbPlain"/>
            </a:pPr>
            <a:r>
              <a:rPr lang="zh-CN" altLang="en-US" dirty="0"/>
              <a:t>若</a:t>
            </a:r>
            <a:r>
              <a:rPr lang="zh-CN" altLang="en-US" dirty="0">
                <a:solidFill>
                  <a:srgbClr val="FF0000"/>
                </a:solidFill>
              </a:rPr>
              <a:t>封锁粒度是数据页</a:t>
            </a:r>
            <a:r>
              <a:rPr lang="zh-CN" altLang="en-US" dirty="0"/>
              <a:t>，事务</a:t>
            </a:r>
            <a:r>
              <a:rPr lang="en-US" altLang="zh-CN" dirty="0"/>
              <a:t>T1</a:t>
            </a:r>
            <a:r>
              <a:rPr lang="zh-CN" altLang="en-US" dirty="0"/>
              <a:t>需要修改元组</a:t>
            </a:r>
            <a:r>
              <a:rPr lang="en-US" altLang="zh-CN" dirty="0"/>
              <a:t>L1</a:t>
            </a:r>
            <a:r>
              <a:rPr lang="zh-CN" altLang="en-US" dirty="0"/>
              <a:t>，则</a:t>
            </a:r>
            <a:r>
              <a:rPr lang="en-US" altLang="zh-CN" dirty="0"/>
              <a:t>T1</a:t>
            </a:r>
            <a:r>
              <a:rPr lang="zh-CN" altLang="en-US" dirty="0"/>
              <a:t>必须对包含</a:t>
            </a:r>
            <a:r>
              <a:rPr lang="en-US" altLang="zh-CN" dirty="0"/>
              <a:t>L1</a:t>
            </a:r>
            <a:r>
              <a:rPr lang="zh-CN" altLang="en-US" dirty="0"/>
              <a:t>的整个数据页</a:t>
            </a:r>
            <a:r>
              <a:rPr lang="en-US" altLang="zh-CN" dirty="0"/>
              <a:t>A</a:t>
            </a:r>
            <a:r>
              <a:rPr lang="zh-CN" altLang="en-US" dirty="0"/>
              <a:t>加锁。如果</a:t>
            </a:r>
            <a:r>
              <a:rPr lang="en-US" altLang="zh-CN" dirty="0"/>
              <a:t>T1</a:t>
            </a:r>
            <a:r>
              <a:rPr lang="zh-CN" altLang="en-US" dirty="0"/>
              <a:t>对</a:t>
            </a:r>
            <a:r>
              <a:rPr lang="en-US" altLang="zh-CN" dirty="0"/>
              <a:t>A</a:t>
            </a:r>
            <a:r>
              <a:rPr lang="zh-CN" altLang="en-US" dirty="0"/>
              <a:t>加锁后事务</a:t>
            </a:r>
            <a:r>
              <a:rPr lang="en-US" altLang="zh-CN" dirty="0"/>
              <a:t>T2</a:t>
            </a:r>
            <a:r>
              <a:rPr lang="zh-CN" altLang="en-US" dirty="0"/>
              <a:t>要修改</a:t>
            </a:r>
            <a:r>
              <a:rPr lang="en-US" altLang="zh-CN" dirty="0"/>
              <a:t>A</a:t>
            </a:r>
            <a:r>
              <a:rPr lang="zh-CN" altLang="en-US" dirty="0"/>
              <a:t>中元组</a:t>
            </a:r>
            <a:r>
              <a:rPr lang="en-US" altLang="zh-CN" dirty="0"/>
              <a:t>L2</a:t>
            </a:r>
            <a:r>
              <a:rPr lang="zh-CN" altLang="en-US" dirty="0"/>
              <a:t>，则</a:t>
            </a:r>
            <a:r>
              <a:rPr lang="en-US" altLang="zh-CN" dirty="0"/>
              <a:t>T2</a:t>
            </a:r>
            <a:r>
              <a:rPr lang="zh-CN" altLang="en-US" dirty="0"/>
              <a:t>被迫等待，直到</a:t>
            </a:r>
            <a:r>
              <a:rPr lang="en-US" altLang="zh-CN" dirty="0"/>
              <a:t>T1</a:t>
            </a:r>
            <a:r>
              <a:rPr lang="zh-CN" altLang="en-US" dirty="0"/>
              <a:t>释放</a:t>
            </a:r>
            <a:r>
              <a:rPr lang="en-US" altLang="zh-CN" dirty="0"/>
              <a:t>A</a:t>
            </a:r>
            <a:r>
              <a:rPr lang="zh-CN" altLang="en-US" dirty="0"/>
              <a:t>。</a:t>
            </a:r>
          </a:p>
          <a:p>
            <a:pPr marL="814387" lvl="1" indent="-457200">
              <a:buFont typeface="+mj-ea"/>
              <a:buAutoNum type="circleNumDbPlain"/>
            </a:pPr>
            <a:r>
              <a:rPr lang="zh-CN" altLang="en-US" dirty="0"/>
              <a:t>如果</a:t>
            </a:r>
            <a:r>
              <a:rPr lang="zh-CN" altLang="en-US" dirty="0">
                <a:solidFill>
                  <a:srgbClr val="FF0000"/>
                </a:solidFill>
              </a:rPr>
              <a:t>封锁粒度是元组</a:t>
            </a:r>
            <a:r>
              <a:rPr lang="zh-CN" altLang="en-US" dirty="0"/>
              <a:t>，则</a:t>
            </a:r>
            <a:r>
              <a:rPr lang="en-US" altLang="zh-CN" dirty="0"/>
              <a:t>T1</a:t>
            </a:r>
            <a:r>
              <a:rPr lang="zh-CN" altLang="en-US" dirty="0"/>
              <a:t>和</a:t>
            </a:r>
            <a:r>
              <a:rPr lang="en-US" altLang="zh-CN" dirty="0"/>
              <a:t>T2</a:t>
            </a:r>
            <a:r>
              <a:rPr lang="zh-CN" altLang="en-US" dirty="0"/>
              <a:t>可以同时对</a:t>
            </a:r>
            <a:r>
              <a:rPr lang="en-US" altLang="zh-CN" dirty="0"/>
              <a:t>L1</a:t>
            </a:r>
            <a:r>
              <a:rPr lang="zh-CN" altLang="en-US" dirty="0"/>
              <a:t>和</a:t>
            </a:r>
            <a:r>
              <a:rPr lang="en-US" altLang="zh-CN" dirty="0"/>
              <a:t>L2</a:t>
            </a:r>
            <a:r>
              <a:rPr lang="zh-CN" altLang="en-US" dirty="0"/>
              <a:t>加锁，不需要互相等待，提高了系统的并行度。</a:t>
            </a:r>
          </a:p>
          <a:p>
            <a:pPr marL="814387" lvl="1" indent="-457200">
              <a:buFont typeface="+mj-ea"/>
              <a:buAutoNum type="circleNumDbPlain"/>
            </a:pPr>
            <a:r>
              <a:rPr lang="zh-CN" altLang="en-US" dirty="0"/>
              <a:t>如果事务</a:t>
            </a:r>
            <a:r>
              <a:rPr lang="en-US" altLang="zh-CN" dirty="0"/>
              <a:t>T</a:t>
            </a:r>
            <a:r>
              <a:rPr lang="zh-CN" altLang="en-US" dirty="0"/>
              <a:t>需要</a:t>
            </a:r>
            <a:r>
              <a:rPr lang="zh-CN" altLang="en-US" dirty="0">
                <a:solidFill>
                  <a:srgbClr val="FF0000"/>
                </a:solidFill>
              </a:rPr>
              <a:t>读取整个表</a:t>
            </a:r>
            <a:r>
              <a:rPr lang="zh-CN" altLang="en-US" dirty="0"/>
              <a:t>，若封锁粒度是元组，</a:t>
            </a:r>
            <a:r>
              <a:rPr lang="en-US" altLang="zh-CN" dirty="0"/>
              <a:t>T</a:t>
            </a:r>
            <a:r>
              <a:rPr lang="zh-CN" altLang="en-US" dirty="0"/>
              <a:t>必须对表中的每一个元组加锁，开销极大。</a:t>
            </a:r>
          </a:p>
        </p:txBody>
      </p:sp>
      <p:sp>
        <p:nvSpPr>
          <p:cNvPr id="4" name="灯片编号占位符 3">
            <a:extLst>
              <a:ext uri="{FF2B5EF4-FFF2-40B4-BE49-F238E27FC236}">
                <a16:creationId xmlns:a16="http://schemas.microsoft.com/office/drawing/2014/main" id="{83812909-3BA4-4909-967C-5D74DA56A5B4}"/>
              </a:ext>
            </a:extLst>
          </p:cNvPr>
          <p:cNvSpPr>
            <a:spLocks noGrp="1"/>
          </p:cNvSpPr>
          <p:nvPr>
            <p:ph type="sldNum" sz="quarter" idx="12"/>
          </p:nvPr>
        </p:nvSpPr>
        <p:spPr/>
        <p:txBody>
          <a:bodyPr/>
          <a:lstStyle/>
          <a:p>
            <a:fld id="{47C9E101-E51D-431E-84FA-C029B8655B60}" type="slidenum">
              <a:rPr lang="zh-CN" altLang="en-US" smtClean="0"/>
              <a:pPr/>
              <a:t>24</a:t>
            </a:fld>
            <a:endParaRPr lang="zh-CN" altLang="en-US" dirty="0"/>
          </a:p>
        </p:txBody>
      </p:sp>
    </p:spTree>
    <p:extLst>
      <p:ext uri="{BB962C8B-B14F-4D97-AF65-F5344CB8AC3E}">
        <p14:creationId xmlns:p14="http://schemas.microsoft.com/office/powerpoint/2010/main" val="16541620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DE999A-75C7-4888-B916-425566898831}"/>
              </a:ext>
            </a:extLst>
          </p:cNvPr>
          <p:cNvSpPr>
            <a:spLocks noGrp="1"/>
          </p:cNvSpPr>
          <p:nvPr>
            <p:ph type="title"/>
          </p:nvPr>
        </p:nvSpPr>
        <p:spPr/>
        <p:txBody>
          <a:bodyPr/>
          <a:lstStyle/>
          <a:p>
            <a:r>
              <a:rPr lang="zh-CN" altLang="en-US" dirty="0"/>
              <a:t>封锁的粒度</a:t>
            </a:r>
          </a:p>
        </p:txBody>
      </p:sp>
      <p:sp>
        <p:nvSpPr>
          <p:cNvPr id="3" name="内容占位符 2">
            <a:extLst>
              <a:ext uri="{FF2B5EF4-FFF2-40B4-BE49-F238E27FC236}">
                <a16:creationId xmlns:a16="http://schemas.microsoft.com/office/drawing/2014/main" id="{A7CC1F8F-9087-4C8A-8535-AEC89666B0D2}"/>
              </a:ext>
            </a:extLst>
          </p:cNvPr>
          <p:cNvSpPr>
            <a:spLocks noGrp="1"/>
          </p:cNvSpPr>
          <p:nvPr>
            <p:ph idx="1"/>
          </p:nvPr>
        </p:nvSpPr>
        <p:spPr/>
        <p:txBody>
          <a:bodyPr/>
          <a:lstStyle/>
          <a:p>
            <a:r>
              <a:rPr lang="zh-CN" altLang="en-US" dirty="0">
                <a:solidFill>
                  <a:srgbClr val="FF0000"/>
                </a:solidFill>
              </a:rPr>
              <a:t>封锁粒度的选择</a:t>
            </a:r>
            <a:endParaRPr lang="en-US" altLang="zh-CN" dirty="0">
              <a:solidFill>
                <a:srgbClr val="FF0000"/>
              </a:solidFill>
            </a:endParaRPr>
          </a:p>
          <a:p>
            <a:pPr lvl="1"/>
            <a:r>
              <a:rPr lang="zh-CN" altLang="en-US" dirty="0"/>
              <a:t>选择封锁粒度时应同时考虑</a:t>
            </a:r>
            <a:r>
              <a:rPr lang="zh-CN" altLang="en-US" u="sng" dirty="0">
                <a:solidFill>
                  <a:srgbClr val="FF0000"/>
                </a:solidFill>
              </a:rPr>
              <a:t>封锁开销</a:t>
            </a:r>
            <a:r>
              <a:rPr lang="zh-CN" altLang="en-US" dirty="0"/>
              <a:t>和</a:t>
            </a:r>
            <a:r>
              <a:rPr lang="zh-CN" altLang="en-US" u="sng" dirty="0">
                <a:solidFill>
                  <a:srgbClr val="FF0000"/>
                </a:solidFill>
              </a:rPr>
              <a:t>并发度</a:t>
            </a:r>
            <a:r>
              <a:rPr lang="zh-CN" altLang="en-US" dirty="0"/>
              <a:t>两个因素</a:t>
            </a:r>
            <a:r>
              <a:rPr lang="en-US" altLang="zh-CN" dirty="0"/>
              <a:t>, </a:t>
            </a:r>
            <a:r>
              <a:rPr lang="zh-CN" altLang="en-US" dirty="0"/>
              <a:t>适当选择封锁粒度以求得最优效果。</a:t>
            </a:r>
            <a:endParaRPr lang="en-US" altLang="zh-CN" dirty="0"/>
          </a:p>
          <a:p>
            <a:pPr marL="357187" lvl="1" indent="0">
              <a:buNone/>
            </a:pPr>
            <a:endParaRPr lang="en-US" altLang="zh-CN" sz="900" dirty="0"/>
          </a:p>
          <a:p>
            <a:pPr marL="357187" lvl="1" indent="0">
              <a:buNone/>
            </a:pPr>
            <a:r>
              <a:rPr lang="zh-CN" altLang="en-US" b="1" dirty="0">
                <a:solidFill>
                  <a:srgbClr val="0000FF"/>
                </a:solidFill>
              </a:rPr>
              <a:t>一般考虑：</a:t>
            </a:r>
          </a:p>
          <a:p>
            <a:pPr lvl="1"/>
            <a:r>
              <a:rPr lang="zh-CN" altLang="en-US" dirty="0"/>
              <a:t>需要处理</a:t>
            </a:r>
            <a:r>
              <a:rPr lang="zh-CN" altLang="en-US" dirty="0">
                <a:solidFill>
                  <a:srgbClr val="FF0000"/>
                </a:solidFill>
              </a:rPr>
              <a:t>某个关系的大量元组</a:t>
            </a:r>
            <a:r>
              <a:rPr lang="zh-CN" altLang="en-US" dirty="0"/>
              <a:t>的用户事务 </a:t>
            </a:r>
            <a:r>
              <a:rPr lang="en-US" altLang="zh-CN" dirty="0">
                <a:latin typeface="Script MT Bold" panose="03040602040607080904" pitchFamily="66" charset="0"/>
              </a:rPr>
              <a:t>— </a:t>
            </a:r>
            <a:r>
              <a:rPr lang="zh-CN" altLang="en-US" dirty="0"/>
              <a:t>以</a:t>
            </a:r>
            <a:r>
              <a:rPr lang="zh-CN" altLang="en-US" dirty="0">
                <a:solidFill>
                  <a:srgbClr val="FF0000"/>
                </a:solidFill>
              </a:rPr>
              <a:t>关系</a:t>
            </a:r>
            <a:r>
              <a:rPr lang="zh-CN" altLang="en-US" dirty="0"/>
              <a:t>为封锁粒度</a:t>
            </a:r>
            <a:endParaRPr lang="en-US" altLang="zh-CN" dirty="0"/>
          </a:p>
          <a:p>
            <a:pPr lvl="1"/>
            <a:r>
              <a:rPr lang="zh-CN" altLang="en-US" dirty="0"/>
              <a:t>需要处理</a:t>
            </a:r>
            <a:r>
              <a:rPr lang="zh-CN" altLang="en-US" dirty="0">
                <a:solidFill>
                  <a:srgbClr val="FF0000"/>
                </a:solidFill>
              </a:rPr>
              <a:t>多个关系的大量元组</a:t>
            </a:r>
            <a:r>
              <a:rPr lang="zh-CN" altLang="en-US" dirty="0"/>
              <a:t>的用户事务 </a:t>
            </a:r>
            <a:r>
              <a:rPr lang="en-US" altLang="zh-CN" dirty="0">
                <a:latin typeface="Script MT Bold" panose="03040602040607080904" pitchFamily="66" charset="0"/>
              </a:rPr>
              <a:t>— </a:t>
            </a:r>
            <a:r>
              <a:rPr lang="zh-CN" altLang="en-US" dirty="0"/>
              <a:t>以</a:t>
            </a:r>
            <a:r>
              <a:rPr lang="zh-CN" altLang="en-US" dirty="0">
                <a:solidFill>
                  <a:srgbClr val="FF0000"/>
                </a:solidFill>
              </a:rPr>
              <a:t>数据库</a:t>
            </a:r>
            <a:r>
              <a:rPr lang="zh-CN" altLang="en-US" dirty="0"/>
              <a:t>为封锁粒度</a:t>
            </a:r>
            <a:endParaRPr lang="en-US" altLang="zh-CN" dirty="0"/>
          </a:p>
          <a:p>
            <a:pPr lvl="1"/>
            <a:r>
              <a:rPr lang="zh-CN" altLang="en-US" dirty="0"/>
              <a:t>只处理</a:t>
            </a:r>
            <a:r>
              <a:rPr lang="zh-CN" altLang="en-US" dirty="0">
                <a:solidFill>
                  <a:srgbClr val="FF0000"/>
                </a:solidFill>
              </a:rPr>
              <a:t>少量元组</a:t>
            </a:r>
            <a:r>
              <a:rPr lang="zh-CN" altLang="en-US" dirty="0"/>
              <a:t>的用户事务 </a:t>
            </a:r>
            <a:r>
              <a:rPr lang="en-US" altLang="zh-CN" dirty="0">
                <a:latin typeface="Script MT Bold" panose="03040602040607080904" pitchFamily="66" charset="0"/>
              </a:rPr>
              <a:t>— </a:t>
            </a:r>
            <a:r>
              <a:rPr lang="zh-CN" altLang="en-US" dirty="0"/>
              <a:t>以</a:t>
            </a:r>
            <a:r>
              <a:rPr lang="zh-CN" altLang="en-US" dirty="0">
                <a:solidFill>
                  <a:srgbClr val="FF0000"/>
                </a:solidFill>
              </a:rPr>
              <a:t>元组</a:t>
            </a:r>
            <a:r>
              <a:rPr lang="zh-CN" altLang="en-US" dirty="0"/>
              <a:t>为封锁粒度</a:t>
            </a:r>
          </a:p>
        </p:txBody>
      </p:sp>
      <p:sp>
        <p:nvSpPr>
          <p:cNvPr id="4" name="灯片编号占位符 3">
            <a:extLst>
              <a:ext uri="{FF2B5EF4-FFF2-40B4-BE49-F238E27FC236}">
                <a16:creationId xmlns:a16="http://schemas.microsoft.com/office/drawing/2014/main" id="{68CC9C8B-976B-40F5-BD91-AD0DEDD1C5F2}"/>
              </a:ext>
            </a:extLst>
          </p:cNvPr>
          <p:cNvSpPr>
            <a:spLocks noGrp="1"/>
          </p:cNvSpPr>
          <p:nvPr>
            <p:ph type="sldNum" sz="quarter" idx="12"/>
          </p:nvPr>
        </p:nvSpPr>
        <p:spPr/>
        <p:txBody>
          <a:bodyPr/>
          <a:lstStyle/>
          <a:p>
            <a:fld id="{47C9E101-E51D-431E-84FA-C029B8655B60}" type="slidenum">
              <a:rPr lang="zh-CN" altLang="en-US" smtClean="0"/>
              <a:pPr/>
              <a:t>25</a:t>
            </a:fld>
            <a:endParaRPr lang="zh-CN" altLang="en-US" dirty="0"/>
          </a:p>
        </p:txBody>
      </p:sp>
    </p:spTree>
    <p:extLst>
      <p:ext uri="{BB962C8B-B14F-4D97-AF65-F5344CB8AC3E}">
        <p14:creationId xmlns:p14="http://schemas.microsoft.com/office/powerpoint/2010/main" val="15664828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D7B580-69C0-4E02-A727-E5C8B8AE9BA5}"/>
              </a:ext>
            </a:extLst>
          </p:cNvPr>
          <p:cNvSpPr>
            <a:spLocks noGrp="1"/>
          </p:cNvSpPr>
          <p:nvPr>
            <p:ph type="title"/>
          </p:nvPr>
        </p:nvSpPr>
        <p:spPr/>
        <p:txBody>
          <a:bodyPr/>
          <a:lstStyle/>
          <a:p>
            <a:r>
              <a:rPr lang="en-US" altLang="zh-CN"/>
              <a:t>openGauss</a:t>
            </a:r>
            <a:r>
              <a:rPr lang="zh-CN" altLang="en-US"/>
              <a:t>的并发控制</a:t>
            </a:r>
          </a:p>
        </p:txBody>
      </p:sp>
      <p:sp>
        <p:nvSpPr>
          <p:cNvPr id="3" name="内容占位符 2">
            <a:extLst>
              <a:ext uri="{FF2B5EF4-FFF2-40B4-BE49-F238E27FC236}">
                <a16:creationId xmlns:a16="http://schemas.microsoft.com/office/drawing/2014/main" id="{5B6ACE26-B328-4590-89E3-0D63641D4A17}"/>
              </a:ext>
            </a:extLst>
          </p:cNvPr>
          <p:cNvSpPr>
            <a:spLocks noGrp="1"/>
          </p:cNvSpPr>
          <p:nvPr>
            <p:ph idx="1"/>
          </p:nvPr>
        </p:nvSpPr>
        <p:spPr/>
        <p:txBody>
          <a:bodyPr/>
          <a:lstStyle/>
          <a:p>
            <a:r>
              <a:rPr lang="zh-CN" altLang="en-US">
                <a:solidFill>
                  <a:srgbClr val="FF0000"/>
                </a:solidFill>
              </a:rPr>
              <a:t>官网：</a:t>
            </a:r>
            <a:endParaRPr lang="en-US" altLang="zh-CN">
              <a:solidFill>
                <a:srgbClr val="FF0000"/>
              </a:solidFill>
            </a:endParaRPr>
          </a:p>
          <a:p>
            <a:pPr lvl="1"/>
            <a:r>
              <a:rPr lang="en-US" altLang="zh-CN"/>
              <a:t>MOT</a:t>
            </a:r>
            <a:r>
              <a:rPr lang="zh-CN" altLang="en-US"/>
              <a:t>乐观并发控制</a:t>
            </a:r>
            <a:endParaRPr lang="en-US" altLang="zh-CN"/>
          </a:p>
          <a:p>
            <a:pPr marL="289225" lvl="1" indent="0">
              <a:buNone/>
            </a:pPr>
            <a:r>
              <a:rPr lang="en-US" altLang="zh-CN" sz="2400">
                <a:hlinkClick r:id="rId2"/>
              </a:rPr>
              <a:t>https://www.opengauss.org/zh/docs/3.0.0/docs/Developerguide/MOT%E4%B9%90%E8%A7%82%E5%B9%B6%E5%8F%91%E6%8E%A7%E5%88%B6.html</a:t>
            </a:r>
            <a:endParaRPr lang="en-US" altLang="zh-CN" sz="2400"/>
          </a:p>
          <a:p>
            <a:pPr lvl="1"/>
            <a:endParaRPr lang="en-US" altLang="zh-CN" sz="1200"/>
          </a:p>
          <a:p>
            <a:pPr lvl="1"/>
            <a:r>
              <a:rPr lang="zh-CN" altLang="en-US"/>
              <a:t>锁</a:t>
            </a:r>
            <a:endParaRPr lang="en-US" altLang="zh-CN"/>
          </a:p>
          <a:p>
            <a:pPr marL="289225" lvl="1" indent="0">
              <a:buNone/>
            </a:pPr>
            <a:r>
              <a:rPr lang="en-US" altLang="zh-CN" sz="2400">
                <a:hlinkClick r:id="rId3"/>
              </a:rPr>
              <a:t>https://www.opengauss.org/zh/docs/3.0.0/docs/BriefTutorial/%E9%94%81.html</a:t>
            </a:r>
            <a:endParaRPr lang="en-US" altLang="zh-CN" sz="2400"/>
          </a:p>
          <a:p>
            <a:pPr marL="289225" lvl="1" indent="0">
              <a:buNone/>
            </a:pPr>
            <a:endParaRPr lang="en-US" altLang="zh-CN"/>
          </a:p>
          <a:p>
            <a:pPr lvl="1"/>
            <a:endParaRPr lang="zh-CN" altLang="en-US"/>
          </a:p>
        </p:txBody>
      </p:sp>
      <p:sp>
        <p:nvSpPr>
          <p:cNvPr id="4" name="灯片编号占位符 3">
            <a:extLst>
              <a:ext uri="{FF2B5EF4-FFF2-40B4-BE49-F238E27FC236}">
                <a16:creationId xmlns:a16="http://schemas.microsoft.com/office/drawing/2014/main" id="{A25805CE-3413-48D7-AD1C-39B50A19017E}"/>
              </a:ext>
            </a:extLst>
          </p:cNvPr>
          <p:cNvSpPr>
            <a:spLocks noGrp="1"/>
          </p:cNvSpPr>
          <p:nvPr>
            <p:ph type="sldNum" sz="quarter" idx="12"/>
          </p:nvPr>
        </p:nvSpPr>
        <p:spPr/>
        <p:txBody>
          <a:bodyPr/>
          <a:lstStyle/>
          <a:p>
            <a:fld id="{E63F6D5D-9733-4D44-9C56-AEFEDD5A4BA7}" type="slidenum">
              <a:rPr lang="en-US" smtClean="0"/>
              <a:pPr/>
              <a:t>26</a:t>
            </a:fld>
            <a:endParaRPr lang="en-US" dirty="0"/>
          </a:p>
        </p:txBody>
      </p:sp>
    </p:spTree>
    <p:extLst>
      <p:ext uri="{BB962C8B-B14F-4D97-AF65-F5344CB8AC3E}">
        <p14:creationId xmlns:p14="http://schemas.microsoft.com/office/powerpoint/2010/main" val="38612744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5" name="Rectangle 2"/>
          <p:cNvSpPr>
            <a:spLocks noGrp="1" noChangeArrowheads="1"/>
          </p:cNvSpPr>
          <p:nvPr>
            <p:ph type="title"/>
          </p:nvPr>
        </p:nvSpPr>
        <p:spPr/>
        <p:txBody>
          <a:bodyPr/>
          <a:lstStyle/>
          <a:p>
            <a:r>
              <a:rPr lang="en-US" altLang="zh-CN" dirty="0"/>
              <a:t>11.9 </a:t>
            </a:r>
            <a:r>
              <a:rPr lang="zh-CN" altLang="en-US" dirty="0"/>
              <a:t>小结</a:t>
            </a:r>
          </a:p>
        </p:txBody>
      </p:sp>
      <p:sp>
        <p:nvSpPr>
          <p:cNvPr id="84996" name="Rectangle 3"/>
          <p:cNvSpPr>
            <a:spLocks noGrp="1" noChangeArrowheads="1"/>
          </p:cNvSpPr>
          <p:nvPr>
            <p:ph idx="1"/>
          </p:nvPr>
        </p:nvSpPr>
        <p:spPr/>
        <p:txBody>
          <a:bodyPr>
            <a:normAutofit fontScale="77500" lnSpcReduction="20000"/>
          </a:bodyPr>
          <a:lstStyle/>
          <a:p>
            <a:pPr>
              <a:lnSpc>
                <a:spcPct val="120000"/>
              </a:lnSpc>
            </a:pPr>
            <a:r>
              <a:rPr lang="en-US" altLang="zh-CN" sz="3300" dirty="0"/>
              <a:t>DBMS</a:t>
            </a:r>
            <a:r>
              <a:rPr lang="zh-CN" altLang="en-US" sz="3300" dirty="0"/>
              <a:t>必须提供并发控制机制来协调并发用户的并发操作以保证并发事务的隔离性和一致性，保证数据库的一致性。</a:t>
            </a:r>
            <a:endParaRPr lang="en-US" altLang="zh-CN" sz="3300" dirty="0"/>
          </a:p>
          <a:p>
            <a:pPr>
              <a:lnSpc>
                <a:spcPct val="120000"/>
              </a:lnSpc>
            </a:pPr>
            <a:r>
              <a:rPr lang="zh-CN" altLang="en-US" sz="3300" dirty="0"/>
              <a:t>数据库的并发控制以事务为单位，通常使用封锁技术实现并发控制。</a:t>
            </a:r>
            <a:endParaRPr lang="en-US" altLang="zh-CN" sz="3300" dirty="0"/>
          </a:p>
          <a:p>
            <a:pPr>
              <a:lnSpc>
                <a:spcPct val="120000"/>
              </a:lnSpc>
            </a:pPr>
            <a:r>
              <a:rPr lang="zh-CN" altLang="en-US" sz="3300" dirty="0"/>
              <a:t>三级封锁协议解决</a:t>
            </a:r>
            <a:r>
              <a:rPr lang="zh-CN" altLang="en-US" sz="3300" dirty="0">
                <a:solidFill>
                  <a:srgbClr val="FF0000"/>
                </a:solidFill>
              </a:rPr>
              <a:t>丢失修改</a:t>
            </a:r>
            <a:r>
              <a:rPr lang="zh-CN" altLang="en-US" sz="3300" dirty="0"/>
              <a:t>、</a:t>
            </a:r>
            <a:r>
              <a:rPr lang="zh-CN" altLang="en-US" sz="3300" dirty="0">
                <a:solidFill>
                  <a:srgbClr val="FF0000"/>
                </a:solidFill>
              </a:rPr>
              <a:t>不可重复读</a:t>
            </a:r>
            <a:r>
              <a:rPr lang="zh-CN" altLang="en-US" sz="3300" dirty="0"/>
              <a:t>、</a:t>
            </a:r>
            <a:r>
              <a:rPr lang="zh-CN" altLang="en-US" sz="3300" dirty="0">
                <a:solidFill>
                  <a:srgbClr val="FF0000"/>
                </a:solidFill>
              </a:rPr>
              <a:t>读“脏”数据</a:t>
            </a:r>
            <a:r>
              <a:rPr lang="zh-CN" altLang="en-US" sz="3300" dirty="0"/>
              <a:t>三类问题。</a:t>
            </a:r>
            <a:endParaRPr lang="en-US" altLang="zh-CN" sz="3300" dirty="0"/>
          </a:p>
          <a:p>
            <a:pPr>
              <a:lnSpc>
                <a:spcPct val="120000"/>
              </a:lnSpc>
            </a:pPr>
            <a:r>
              <a:rPr lang="zh-CN" altLang="en-US" sz="3300" dirty="0"/>
              <a:t>活锁与死锁的产生与解决</a:t>
            </a:r>
            <a:endParaRPr lang="en-US" altLang="zh-CN" sz="3300" dirty="0"/>
          </a:p>
          <a:p>
            <a:pPr>
              <a:lnSpc>
                <a:spcPct val="120000"/>
              </a:lnSpc>
            </a:pPr>
            <a:r>
              <a:rPr lang="zh-CN" altLang="en-US" sz="3300" dirty="0"/>
              <a:t>并发调度的正确与可串行性</a:t>
            </a:r>
            <a:endParaRPr lang="en-US" altLang="zh-CN" sz="3300" dirty="0"/>
          </a:p>
          <a:p>
            <a:pPr lvl="1">
              <a:lnSpc>
                <a:spcPct val="120000"/>
              </a:lnSpc>
            </a:pPr>
            <a:r>
              <a:rPr lang="zh-CN" altLang="en-US" dirty="0"/>
              <a:t>串行调度、可串行化调度、冲突可串行化调度、两段锁协议</a:t>
            </a:r>
            <a:endParaRPr lang="en-US" altLang="zh-CN" dirty="0"/>
          </a:p>
          <a:p>
            <a:pPr lvl="2">
              <a:lnSpc>
                <a:spcPct val="120000"/>
              </a:lnSpc>
            </a:pPr>
            <a:r>
              <a:rPr lang="zh-CN" altLang="en-US" dirty="0"/>
              <a:t>串行调度、冲突可串行化调度与两段锁协议都是可串行化调度的</a:t>
            </a:r>
            <a:r>
              <a:rPr lang="zh-CN" altLang="en-US" dirty="0">
                <a:solidFill>
                  <a:srgbClr val="FF0000"/>
                </a:solidFill>
              </a:rPr>
              <a:t>充分非必要条件</a:t>
            </a:r>
            <a:endParaRPr lang="en-US" altLang="zh-CN" dirty="0">
              <a:solidFill>
                <a:srgbClr val="FF0000"/>
              </a:solidFill>
            </a:endParaRPr>
          </a:p>
          <a:p>
            <a:pPr>
              <a:lnSpc>
                <a:spcPct val="120000"/>
              </a:lnSpc>
            </a:pPr>
            <a:r>
              <a:rPr lang="zh-CN" altLang="en-US" sz="3300" dirty="0"/>
              <a:t>封锁粒度的选择</a:t>
            </a:r>
            <a:endParaRPr lang="en-US" altLang="zh-CN" sz="3300" dirty="0"/>
          </a:p>
          <a:p>
            <a:pPr>
              <a:lnSpc>
                <a:spcPct val="120000"/>
              </a:lnSpc>
            </a:pPr>
            <a:r>
              <a:rPr lang="zh-CN" altLang="en-US" sz="3300" dirty="0"/>
              <a:t>多粒度封锁与多粒度封锁协议</a:t>
            </a:r>
            <a:endParaRPr lang="en-US" altLang="zh-CN" sz="3300" dirty="0"/>
          </a:p>
        </p:txBody>
      </p:sp>
      <p:sp>
        <p:nvSpPr>
          <p:cNvPr id="5" name="灯片编号占位符 4"/>
          <p:cNvSpPr>
            <a:spLocks noGrp="1"/>
          </p:cNvSpPr>
          <p:nvPr>
            <p:ph type="sldNum" sz="quarter" idx="12"/>
          </p:nvPr>
        </p:nvSpPr>
        <p:spPr/>
        <p:txBody>
          <a:bodyPr/>
          <a:lstStyle/>
          <a:p>
            <a:fld id="{47C9E101-E51D-431E-84FA-C029B8655B60}" type="slidenum">
              <a:rPr lang="zh-CN" altLang="en-US" smtClean="0"/>
              <a:pPr/>
              <a:t>27</a:t>
            </a:fld>
            <a:endParaRPr lang="zh-CN" altLang="en-US" dirty="0"/>
          </a:p>
        </p:txBody>
      </p:sp>
    </p:spTree>
    <p:extLst>
      <p:ext uri="{BB962C8B-B14F-4D97-AF65-F5344CB8AC3E}">
        <p14:creationId xmlns:p14="http://schemas.microsoft.com/office/powerpoint/2010/main" val="4022162028"/>
      </p:ext>
    </p:extLst>
  </p:cSld>
  <p:clrMapOvr>
    <a:masterClrMapping/>
  </p:clrMapOvr>
</p:sld>
</file>

<file path=ppt/theme/theme1.xml><?xml version="1.0" encoding="utf-8"?>
<a:theme xmlns:a="http://schemas.openxmlformats.org/drawingml/2006/main" name="主题3">
  <a:themeElements>
    <a:clrScheme name="自定义 4">
      <a:dk1>
        <a:sysClr val="windowText" lastClr="000000"/>
      </a:dk1>
      <a:lt1>
        <a:sysClr val="window" lastClr="FFFFFF"/>
      </a:lt1>
      <a:dk2>
        <a:srgbClr val="44546A"/>
      </a:dk2>
      <a:lt2>
        <a:srgbClr val="E7E6E6"/>
      </a:lt2>
      <a:accent1>
        <a:srgbClr val="0070C0"/>
      </a:accent1>
      <a:accent2>
        <a:srgbClr val="07C1CC"/>
      </a:accent2>
      <a:accent3>
        <a:srgbClr val="839192"/>
      </a:accent3>
      <a:accent4>
        <a:srgbClr val="156595"/>
      </a:accent4>
      <a:accent5>
        <a:srgbClr val="FBD78D"/>
      </a:accent5>
      <a:accent6>
        <a:srgbClr val="F25237"/>
      </a:accent6>
      <a:hlink>
        <a:srgbClr val="0563C1"/>
      </a:hlink>
      <a:folHlink>
        <a:srgbClr val="954F72"/>
      </a:folHlink>
    </a:clrScheme>
    <a:fontScheme name="自定义 2">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主题3" id="{2CBDC48F-6088-4D48-BC12-46C038184917}" vid="{809D37E0-47DA-476A-9B71-7BCD9BFE936E}"/>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主题3</Template>
  <TotalTime>829</TotalTime>
  <Words>2994</Words>
  <Application>Microsoft Office PowerPoint</Application>
  <PresentationFormat>宽屏</PresentationFormat>
  <Paragraphs>408</Paragraphs>
  <Slides>27</Slides>
  <Notes>0</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27</vt:i4>
      </vt:variant>
    </vt:vector>
  </HeadingPairs>
  <TitlesOfParts>
    <vt:vector size="38" baseType="lpstr">
      <vt:lpstr>等线</vt:lpstr>
      <vt:lpstr>楷体_GB2312</vt:lpstr>
      <vt:lpstr>宋体</vt:lpstr>
      <vt:lpstr>微软雅黑</vt:lpstr>
      <vt:lpstr>Arial</vt:lpstr>
      <vt:lpstr>Courier New</vt:lpstr>
      <vt:lpstr>Script MT Bold</vt:lpstr>
      <vt:lpstr>Times New Roman</vt:lpstr>
      <vt:lpstr>Wingdings</vt:lpstr>
      <vt:lpstr>主题3</vt:lpstr>
      <vt:lpstr>Picture</vt:lpstr>
      <vt:lpstr>第十一章  并发控制</vt:lpstr>
      <vt:lpstr>第11章  并发控制</vt:lpstr>
      <vt:lpstr>多事务执行方式 </vt:lpstr>
      <vt:lpstr>多事务执行方式 </vt:lpstr>
      <vt:lpstr>多事务执行方式 </vt:lpstr>
      <vt:lpstr>11.1  并发控制概述</vt:lpstr>
      <vt:lpstr>数据不一致实例：飞机订票系统</vt:lpstr>
      <vt:lpstr>并发操作带来的数据不一致性</vt:lpstr>
      <vt:lpstr>并发操作带来的数据不一致性</vt:lpstr>
      <vt:lpstr>并发操作带来的数据不一致性</vt:lpstr>
      <vt:lpstr>并发控制的主要技术</vt:lpstr>
      <vt:lpstr>11.2  封锁</vt:lpstr>
      <vt:lpstr>基本封锁类型</vt:lpstr>
      <vt:lpstr>11.3  封锁协议</vt:lpstr>
      <vt:lpstr>封锁协议</vt:lpstr>
      <vt:lpstr>11.4  活锁和死锁</vt:lpstr>
      <vt:lpstr>活锁和死锁</vt:lpstr>
      <vt:lpstr>活锁和死锁</vt:lpstr>
      <vt:lpstr>活锁和死锁</vt:lpstr>
      <vt:lpstr>活锁和死锁</vt:lpstr>
      <vt:lpstr>11.5 并发调度的可串行性</vt:lpstr>
      <vt:lpstr>11.6  两段锁协议</vt:lpstr>
      <vt:lpstr>11.7  封锁的粒度</vt:lpstr>
      <vt:lpstr>封锁的粒度</vt:lpstr>
      <vt:lpstr>封锁的粒度</vt:lpstr>
      <vt:lpstr>openGauss的并发控制</vt:lpstr>
      <vt:lpstr>11.9 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数据库原理及应用</dc:title>
  <dc:creator>Miao</dc:creator>
  <cp:lastModifiedBy>Miao</cp:lastModifiedBy>
  <cp:revision>77</cp:revision>
  <dcterms:created xsi:type="dcterms:W3CDTF">2021-08-17T08:04:31Z</dcterms:created>
  <dcterms:modified xsi:type="dcterms:W3CDTF">2023-12-13T10:11:36Z</dcterms:modified>
</cp:coreProperties>
</file>